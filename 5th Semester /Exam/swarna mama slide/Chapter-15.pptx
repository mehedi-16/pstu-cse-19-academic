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1" r:id="rId2"/>
    <p:sldMasterId id="2147483672" r:id="rId3"/>
    <p:sldMasterId id="2147483674" r:id="rId4"/>
  </p:sldMasterIdLst>
  <p:notesMasterIdLst>
    <p:notesMasterId r:id="rId137"/>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 id="379" r:id="rId128"/>
    <p:sldId id="380" r:id="rId129"/>
    <p:sldId id="381" r:id="rId130"/>
    <p:sldId id="382" r:id="rId131"/>
    <p:sldId id="383" r:id="rId132"/>
    <p:sldId id="384" r:id="rId133"/>
    <p:sldId id="385" r:id="rId134"/>
    <p:sldId id="386" r:id="rId135"/>
    <p:sldId id="387" r:id="rId136"/>
  </p:sldIdLst>
  <p:sldSz cx="9144000" cy="6858000" type="screen4x3"/>
  <p:notesSz cx="6858000" cy="9144000"/>
  <p:embeddedFontLst>
    <p:embeddedFont>
      <p:font typeface="Arimo" panose="020B0604020202020204" pitchFamily="34" charset="0"/>
      <p:regular r:id="rId138"/>
      <p:bold r:id="rId139"/>
      <p:italic r:id="rId140"/>
      <p:boldItalic r:id="rId141"/>
    </p:embeddedFont>
    <p:embeddedFont>
      <p:font typeface="Comic Sans MS" panose="030F0902030302020204" pitchFamily="66" charset="0"/>
      <p:regular r:id="rId142"/>
    </p:embeddedFont>
    <p:embeddedFont>
      <p:font typeface="Noto Sans Symbols" pitchFamily="2" charset="0"/>
      <p:regular r:id="rId143"/>
      <p:bold r:id="rId144"/>
    </p:embeddedFont>
    <p:embeddedFont>
      <p:font typeface="Tahoma" panose="020B0604030504040204" pitchFamily="34" charset="0"/>
      <p:regular r:id="rId145"/>
      <p:bold r:id="rId1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49" roundtripDataSignature="AMtx7mhxSLSDq462+quoJEG8Y5ngytsBw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8"/>
  </p:normalViewPr>
  <p:slideViewPr>
    <p:cSldViewPr snapToGrid="0">
      <p:cViewPr varScale="1">
        <p:scale>
          <a:sx n="117" d="100"/>
          <a:sy n="117" d="100"/>
        </p:scale>
        <p:origin x="1384" y="1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font" Target="fonts/font1.fntdata"/><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customschemas.google.com/relationships/presentationmetadata" Target="metadata"/><Relationship Id="rId5" Type="http://schemas.openxmlformats.org/officeDocument/2006/relationships/slide" Target="slides/slide1.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slide" Target="slides/slide130.xml"/><Relationship Id="rId139" Type="http://schemas.openxmlformats.org/officeDocument/2006/relationships/font" Target="fonts/font2.fntdata"/><Relationship Id="rId80" Type="http://schemas.openxmlformats.org/officeDocument/2006/relationships/slide" Target="slides/slide76.xml"/><Relationship Id="rId85" Type="http://schemas.openxmlformats.org/officeDocument/2006/relationships/slide" Target="slides/slide81.xml"/><Relationship Id="rId150" Type="http://schemas.openxmlformats.org/officeDocument/2006/relationships/presProps" Target="presProps.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font" Target="fonts/font3.fntdata"/><Relationship Id="rId145"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viewProps" Target="viewProp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font" Target="fonts/font4.fntdata"/><Relationship Id="rId146" Type="http://schemas.openxmlformats.org/officeDocument/2006/relationships/font" Target="fonts/font9.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font" Target="fonts/font5.fntdata"/><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tableStyles" Target="tableStyle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font" Target="fonts/font6.fntdata"/><Relationship Id="rId4" Type="http://schemas.openxmlformats.org/officeDocument/2006/relationships/slideMaster" Target="slideMasters/slideMaster4.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font" Target="fonts/font7.fntdata"/><Relationship Id="rId90" Type="http://schemas.openxmlformats.org/officeDocument/2006/relationships/slide" Target="slides/slide8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1pPr>
            <a:lvl2pPr marR="0" lvl="1"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2pPr>
            <a:lvl3pPr marR="0" lvl="2"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3pPr>
            <a:lvl4pPr marR="0" lvl="3"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4pPr>
            <a:lvl5pPr marR="0" lvl="4"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5pPr>
            <a:lvl6pPr marR="0" lvl="5"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6pPr>
            <a:lvl7pPr marR="0" lvl="6"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7pPr>
            <a:lvl8pPr marR="0" lvl="7"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8pPr>
            <a:lvl9pPr marR="0" lvl="8"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1pPr>
            <a:lvl2pPr marR="0" lvl="1"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2pPr>
            <a:lvl3pPr marR="0" lvl="2"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3pPr>
            <a:lvl4pPr marR="0" lvl="3"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4pPr>
            <a:lvl5pPr marR="0" lvl="4"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5pPr>
            <a:lvl6pPr marR="0" lvl="5"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6pPr>
            <a:lvl7pPr marR="0" lvl="6"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7pPr>
            <a:lvl8pPr marR="0" lvl="7"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8pPr>
            <a:lvl9pPr marR="0" lvl="8"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1pPr>
            <a:lvl2pPr marR="0" lvl="1"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2pPr>
            <a:lvl3pPr marR="0" lvl="2"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3pPr>
            <a:lvl4pPr marR="0" lvl="3"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4pPr>
            <a:lvl5pPr marR="0" lvl="4"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5pPr>
            <a:lvl6pPr marR="0" lvl="5"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6pPr>
            <a:lvl7pPr marR="0" lvl="6"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7pPr>
            <a:lvl8pPr marR="0" lvl="7"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8pPr>
            <a:lvl9pPr marR="0" lvl="8" algn="l" rtl="0">
              <a:lnSpc>
                <a:spcPct val="100000"/>
              </a:lnSpc>
              <a:spcBef>
                <a:spcPts val="0"/>
              </a:spcBef>
              <a:spcAft>
                <a:spcPts val="0"/>
              </a:spcAft>
              <a:buSzPts val="1400"/>
              <a:buNone/>
              <a:defRPr sz="1800" b="1" i="0" u="none" strike="noStrike" cap="none">
                <a:solidFill>
                  <a:srgbClr val="000000"/>
                </a:solidFill>
                <a:latin typeface="Tahoma"/>
                <a:ea typeface="Tahoma"/>
                <a:cs typeface="Tahoma"/>
                <a:sym typeface="Tahoma"/>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1</a:t>
            </a:fld>
            <a:endParaRPr/>
          </a:p>
        </p:txBody>
      </p:sp>
      <p:sp>
        <p:nvSpPr>
          <p:cNvPr id="251" name="Google Shape;25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2" name="Google Shape;252;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2</a:t>
            </a:fld>
            <a:endParaRPr/>
          </a:p>
        </p:txBody>
      </p:sp>
      <p:sp>
        <p:nvSpPr>
          <p:cNvPr id="263" name="Google Shape;26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4" name="Google Shape;264;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a:t>
            </a:fld>
            <a:endParaRPr/>
          </a:p>
        </p:txBody>
      </p:sp>
      <p:sp>
        <p:nvSpPr>
          <p:cNvPr id="272" name="Google Shape;27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3" name="Google Shape;27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a:t>
            </a:fld>
            <a:endParaRPr/>
          </a:p>
        </p:txBody>
      </p:sp>
      <p:sp>
        <p:nvSpPr>
          <p:cNvPr id="281" name="Google Shape;28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2" name="Google Shape;282;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a:t>
            </a:fld>
            <a:endParaRPr/>
          </a:p>
        </p:txBody>
      </p:sp>
      <p:sp>
        <p:nvSpPr>
          <p:cNvPr id="304" name="Google Shape;30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5" name="Google Shape;305;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6: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6</a:t>
            </a:fld>
            <a:endParaRPr/>
          </a:p>
        </p:txBody>
      </p:sp>
      <p:sp>
        <p:nvSpPr>
          <p:cNvPr id="315" name="Google Shape;31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6" name="Google Shape;316;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7: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7</a:t>
            </a:fld>
            <a:endParaRPr/>
          </a:p>
        </p:txBody>
      </p:sp>
      <p:sp>
        <p:nvSpPr>
          <p:cNvPr id="325" name="Google Shape;32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6" name="Google Shape;326;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8</a:t>
            </a:fld>
            <a:endParaRPr/>
          </a:p>
        </p:txBody>
      </p:sp>
      <p:sp>
        <p:nvSpPr>
          <p:cNvPr id="341" name="Google Shape;34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2" name="Google Shape;342;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9</a:t>
            </a:fld>
            <a:endParaRPr/>
          </a:p>
        </p:txBody>
      </p:sp>
      <p:sp>
        <p:nvSpPr>
          <p:cNvPr id="374" name="Google Shape;37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5" name="Google Shape;375;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10: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10</a:t>
            </a:fld>
            <a:endParaRPr/>
          </a:p>
        </p:txBody>
      </p:sp>
      <p:sp>
        <p:nvSpPr>
          <p:cNvPr id="390" name="Google Shape;39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1" name="Google Shape;391;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1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11</a:t>
            </a:fld>
            <a:endParaRPr/>
          </a:p>
        </p:txBody>
      </p:sp>
      <p:sp>
        <p:nvSpPr>
          <p:cNvPr id="408" name="Google Shape;40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9" name="Google Shape;409;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1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12</a:t>
            </a:fld>
            <a:endParaRPr/>
          </a:p>
        </p:txBody>
      </p:sp>
      <p:sp>
        <p:nvSpPr>
          <p:cNvPr id="426" name="Google Shape;426;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7" name="Google Shape;427;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1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13</a:t>
            </a:fld>
            <a:endParaRPr/>
          </a:p>
        </p:txBody>
      </p:sp>
      <p:sp>
        <p:nvSpPr>
          <p:cNvPr id="437" name="Google Shape;43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8" name="Google Shape;438;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1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14</a:t>
            </a:fld>
            <a:endParaRPr/>
          </a:p>
        </p:txBody>
      </p:sp>
      <p:sp>
        <p:nvSpPr>
          <p:cNvPr id="447" name="Google Shape;44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8" name="Google Shape;448;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1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15</a:t>
            </a:fld>
            <a:endParaRPr/>
          </a:p>
        </p:txBody>
      </p:sp>
      <p:sp>
        <p:nvSpPr>
          <p:cNvPr id="467" name="Google Shape;467;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8" name="Google Shape;468;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16: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16</a:t>
            </a:fld>
            <a:endParaRPr/>
          </a:p>
        </p:txBody>
      </p:sp>
      <p:sp>
        <p:nvSpPr>
          <p:cNvPr id="479" name="Google Shape;479;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0" name="Google Shape;480;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17: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17</a:t>
            </a:fld>
            <a:endParaRPr/>
          </a:p>
        </p:txBody>
      </p:sp>
      <p:sp>
        <p:nvSpPr>
          <p:cNvPr id="499" name="Google Shape;499;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0" name="Google Shape;500;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1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18</a:t>
            </a:fld>
            <a:endParaRPr/>
          </a:p>
        </p:txBody>
      </p:sp>
      <p:sp>
        <p:nvSpPr>
          <p:cNvPr id="519" name="Google Shape;519;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0" name="Google Shape;520;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1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19</a:t>
            </a:fld>
            <a:endParaRPr/>
          </a:p>
        </p:txBody>
      </p:sp>
      <p:sp>
        <p:nvSpPr>
          <p:cNvPr id="530" name="Google Shape;530;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1" name="Google Shape;531;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20: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20</a:t>
            </a:fld>
            <a:endParaRPr/>
          </a:p>
        </p:txBody>
      </p:sp>
      <p:sp>
        <p:nvSpPr>
          <p:cNvPr id="540" name="Google Shape;540;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1" name="Google Shape;541;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2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21</a:t>
            </a:fld>
            <a:endParaRPr/>
          </a:p>
        </p:txBody>
      </p:sp>
      <p:sp>
        <p:nvSpPr>
          <p:cNvPr id="557" name="Google Shape;557;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8" name="Google Shape;558;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2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22</a:t>
            </a:fld>
            <a:endParaRPr/>
          </a:p>
        </p:txBody>
      </p:sp>
      <p:sp>
        <p:nvSpPr>
          <p:cNvPr id="573" name="Google Shape;573;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4" name="Google Shape;574;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2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23</a:t>
            </a:fld>
            <a:endParaRPr/>
          </a:p>
        </p:txBody>
      </p:sp>
      <p:sp>
        <p:nvSpPr>
          <p:cNvPr id="591" name="Google Shape;59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2" name="Google Shape;592;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2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24</a:t>
            </a:fld>
            <a:endParaRPr/>
          </a:p>
        </p:txBody>
      </p:sp>
      <p:sp>
        <p:nvSpPr>
          <p:cNvPr id="611" name="Google Shape;611;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2" name="Google Shape;612;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2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25</a:t>
            </a:fld>
            <a:endParaRPr/>
          </a:p>
        </p:txBody>
      </p:sp>
      <p:sp>
        <p:nvSpPr>
          <p:cNvPr id="630" name="Google Shape;630;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1" name="Google Shape;631;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26: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26</a:t>
            </a:fld>
            <a:endParaRPr/>
          </a:p>
        </p:txBody>
      </p:sp>
      <p:sp>
        <p:nvSpPr>
          <p:cNvPr id="641" name="Google Shape;641;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2" name="Google Shape;642;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p27: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27</a:t>
            </a:fld>
            <a:endParaRPr/>
          </a:p>
        </p:txBody>
      </p:sp>
      <p:sp>
        <p:nvSpPr>
          <p:cNvPr id="651" name="Google Shape;651;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2" name="Google Shape;652;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p2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28</a:t>
            </a:fld>
            <a:endParaRPr/>
          </a:p>
        </p:txBody>
      </p:sp>
      <p:sp>
        <p:nvSpPr>
          <p:cNvPr id="678" name="Google Shape;678;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9" name="Google Shape;679;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2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29</a:t>
            </a:fld>
            <a:endParaRPr/>
          </a:p>
        </p:txBody>
      </p:sp>
      <p:sp>
        <p:nvSpPr>
          <p:cNvPr id="698" name="Google Shape;698;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9" name="Google Shape;699;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30: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30</a:t>
            </a:fld>
            <a:endParaRPr/>
          </a:p>
        </p:txBody>
      </p:sp>
      <p:sp>
        <p:nvSpPr>
          <p:cNvPr id="718" name="Google Shape;718;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9" name="Google Shape;719;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p3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31</a:t>
            </a:fld>
            <a:endParaRPr/>
          </a:p>
        </p:txBody>
      </p:sp>
      <p:sp>
        <p:nvSpPr>
          <p:cNvPr id="738" name="Google Shape;738;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9" name="Google Shape;739;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3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32</a:t>
            </a:fld>
            <a:endParaRPr/>
          </a:p>
        </p:txBody>
      </p:sp>
      <p:sp>
        <p:nvSpPr>
          <p:cNvPr id="758" name="Google Shape;758;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9" name="Google Shape;759;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p3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33</a:t>
            </a:fld>
            <a:endParaRPr/>
          </a:p>
        </p:txBody>
      </p:sp>
      <p:sp>
        <p:nvSpPr>
          <p:cNvPr id="774" name="Google Shape;774;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75" name="Google Shape;775;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3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34</a:t>
            </a:fld>
            <a:endParaRPr/>
          </a:p>
        </p:txBody>
      </p:sp>
      <p:sp>
        <p:nvSpPr>
          <p:cNvPr id="794" name="Google Shape;794;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5" name="Google Shape;795;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p3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35</a:t>
            </a:fld>
            <a:endParaRPr/>
          </a:p>
        </p:txBody>
      </p:sp>
      <p:sp>
        <p:nvSpPr>
          <p:cNvPr id="814" name="Google Shape;814;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15" name="Google Shape;815;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p36: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36</a:t>
            </a:fld>
            <a:endParaRPr/>
          </a:p>
        </p:txBody>
      </p:sp>
      <p:sp>
        <p:nvSpPr>
          <p:cNvPr id="830" name="Google Shape;830;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1" name="Google Shape;831;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p37: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37</a:t>
            </a:fld>
            <a:endParaRPr/>
          </a:p>
        </p:txBody>
      </p:sp>
      <p:sp>
        <p:nvSpPr>
          <p:cNvPr id="841" name="Google Shape;841;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2" name="Google Shape;842;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3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38</a:t>
            </a:fld>
            <a:endParaRPr/>
          </a:p>
        </p:txBody>
      </p:sp>
      <p:sp>
        <p:nvSpPr>
          <p:cNvPr id="851" name="Google Shape;851;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2" name="Google Shape;852;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p3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39</a:t>
            </a:fld>
            <a:endParaRPr/>
          </a:p>
        </p:txBody>
      </p:sp>
      <p:sp>
        <p:nvSpPr>
          <p:cNvPr id="867" name="Google Shape;867;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8" name="Google Shape;868;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p40: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40</a:t>
            </a:fld>
            <a:endParaRPr/>
          </a:p>
        </p:txBody>
      </p:sp>
      <p:sp>
        <p:nvSpPr>
          <p:cNvPr id="887" name="Google Shape;887;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88" name="Google Shape;888;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p4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41</a:t>
            </a:fld>
            <a:endParaRPr/>
          </a:p>
        </p:txBody>
      </p:sp>
      <p:sp>
        <p:nvSpPr>
          <p:cNvPr id="918" name="Google Shape;918;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9" name="Google Shape;919;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p4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42</a:t>
            </a:fld>
            <a:endParaRPr/>
          </a:p>
        </p:txBody>
      </p:sp>
      <p:sp>
        <p:nvSpPr>
          <p:cNvPr id="935" name="Google Shape;935;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6" name="Google Shape;936;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p4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43</a:t>
            </a:fld>
            <a:endParaRPr/>
          </a:p>
        </p:txBody>
      </p:sp>
      <p:sp>
        <p:nvSpPr>
          <p:cNvPr id="954" name="Google Shape;954;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55" name="Google Shape;955;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p4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44</a:t>
            </a:fld>
            <a:endParaRPr/>
          </a:p>
        </p:txBody>
      </p:sp>
      <p:sp>
        <p:nvSpPr>
          <p:cNvPr id="971" name="Google Shape;971;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2" name="Google Shape;972;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p4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45</a:t>
            </a:fld>
            <a:endParaRPr/>
          </a:p>
        </p:txBody>
      </p:sp>
      <p:sp>
        <p:nvSpPr>
          <p:cNvPr id="989" name="Google Shape;989;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0" name="Google Shape;990;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p46: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46</a:t>
            </a:fld>
            <a:endParaRPr/>
          </a:p>
        </p:txBody>
      </p:sp>
      <p:sp>
        <p:nvSpPr>
          <p:cNvPr id="1005" name="Google Shape;1005;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6" name="Google Shape;1006;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p47: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47</a:t>
            </a:fld>
            <a:endParaRPr/>
          </a:p>
        </p:txBody>
      </p:sp>
      <p:sp>
        <p:nvSpPr>
          <p:cNvPr id="1023" name="Google Shape;1023;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4" name="Google Shape;1024;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p4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48</a:t>
            </a:fld>
            <a:endParaRPr/>
          </a:p>
        </p:txBody>
      </p:sp>
      <p:sp>
        <p:nvSpPr>
          <p:cNvPr id="1039" name="Google Shape;1039;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0" name="Google Shape;1040;p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p4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49</a:t>
            </a:fld>
            <a:endParaRPr/>
          </a:p>
        </p:txBody>
      </p:sp>
      <p:sp>
        <p:nvSpPr>
          <p:cNvPr id="1055" name="Google Shape;1055;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56" name="Google Shape;1056;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p50: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50</a:t>
            </a:fld>
            <a:endParaRPr/>
          </a:p>
        </p:txBody>
      </p:sp>
      <p:sp>
        <p:nvSpPr>
          <p:cNvPr id="1066" name="Google Shape;1066;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67" name="Google Shape;1067;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p5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51</a:t>
            </a:fld>
            <a:endParaRPr/>
          </a:p>
        </p:txBody>
      </p:sp>
      <p:sp>
        <p:nvSpPr>
          <p:cNvPr id="1076" name="Google Shape;1076;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77" name="Google Shape;1077;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p5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52</a:t>
            </a:fld>
            <a:endParaRPr/>
          </a:p>
        </p:txBody>
      </p:sp>
      <p:sp>
        <p:nvSpPr>
          <p:cNvPr id="1093" name="Google Shape;1093;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4" name="Google Shape;1094;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p5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53</a:t>
            </a:fld>
            <a:endParaRPr/>
          </a:p>
        </p:txBody>
      </p:sp>
      <p:sp>
        <p:nvSpPr>
          <p:cNvPr id="1109" name="Google Shape;1109;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10" name="Google Shape;1110;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p:cNvGrpSpPr/>
        <p:nvPr/>
      </p:nvGrpSpPr>
      <p:grpSpPr>
        <a:xfrm>
          <a:off x="0" y="0"/>
          <a:ext cx="0" cy="0"/>
          <a:chOff x="0" y="0"/>
          <a:chExt cx="0" cy="0"/>
        </a:xfrm>
      </p:grpSpPr>
      <p:sp>
        <p:nvSpPr>
          <p:cNvPr id="1119" name="Google Shape;1119;p5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54</a:t>
            </a:fld>
            <a:endParaRPr/>
          </a:p>
        </p:txBody>
      </p:sp>
      <p:sp>
        <p:nvSpPr>
          <p:cNvPr id="1120" name="Google Shape;1120;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21" name="Google Shape;1121;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p5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55</a:t>
            </a:fld>
            <a:endParaRPr/>
          </a:p>
        </p:txBody>
      </p:sp>
      <p:sp>
        <p:nvSpPr>
          <p:cNvPr id="1130" name="Google Shape;1130;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31" name="Google Shape;1131;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p56: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56</a:t>
            </a:fld>
            <a:endParaRPr/>
          </a:p>
        </p:txBody>
      </p:sp>
      <p:sp>
        <p:nvSpPr>
          <p:cNvPr id="1151" name="Google Shape;1151;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52" name="Google Shape;1152;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p57: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57</a:t>
            </a:fld>
            <a:endParaRPr/>
          </a:p>
        </p:txBody>
      </p:sp>
      <p:sp>
        <p:nvSpPr>
          <p:cNvPr id="1167" name="Google Shape;1167;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68" name="Google Shape;1168;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6"/>
        <p:cNvGrpSpPr/>
        <p:nvPr/>
      </p:nvGrpSpPr>
      <p:grpSpPr>
        <a:xfrm>
          <a:off x="0" y="0"/>
          <a:ext cx="0" cy="0"/>
          <a:chOff x="0" y="0"/>
          <a:chExt cx="0" cy="0"/>
        </a:xfrm>
      </p:grpSpPr>
      <p:sp>
        <p:nvSpPr>
          <p:cNvPr id="1177" name="Google Shape;1177;p5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58</a:t>
            </a:fld>
            <a:endParaRPr/>
          </a:p>
        </p:txBody>
      </p:sp>
      <p:sp>
        <p:nvSpPr>
          <p:cNvPr id="1178" name="Google Shape;1178;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9" name="Google Shape;1179;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6"/>
        <p:cNvGrpSpPr/>
        <p:nvPr/>
      </p:nvGrpSpPr>
      <p:grpSpPr>
        <a:xfrm>
          <a:off x="0" y="0"/>
          <a:ext cx="0" cy="0"/>
          <a:chOff x="0" y="0"/>
          <a:chExt cx="0" cy="0"/>
        </a:xfrm>
      </p:grpSpPr>
      <p:sp>
        <p:nvSpPr>
          <p:cNvPr id="1197" name="Google Shape;1197;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8" name="Google Shape;1198;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6" name="Google Shape;1206;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2"/>
        <p:cNvGrpSpPr/>
        <p:nvPr/>
      </p:nvGrpSpPr>
      <p:grpSpPr>
        <a:xfrm>
          <a:off x="0" y="0"/>
          <a:ext cx="0" cy="0"/>
          <a:chOff x="0" y="0"/>
          <a:chExt cx="0" cy="0"/>
        </a:xfrm>
      </p:grpSpPr>
      <p:sp>
        <p:nvSpPr>
          <p:cNvPr id="1213" name="Google Shape;1213;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4" name="Google Shape;1214;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0"/>
        <p:cNvGrpSpPr/>
        <p:nvPr/>
      </p:nvGrpSpPr>
      <p:grpSpPr>
        <a:xfrm>
          <a:off x="0" y="0"/>
          <a:ext cx="0" cy="0"/>
          <a:chOff x="0" y="0"/>
          <a:chExt cx="0" cy="0"/>
        </a:xfrm>
      </p:grpSpPr>
      <p:sp>
        <p:nvSpPr>
          <p:cNvPr id="1221" name="Google Shape;1221;p6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62</a:t>
            </a:fld>
            <a:endParaRPr/>
          </a:p>
        </p:txBody>
      </p:sp>
      <p:sp>
        <p:nvSpPr>
          <p:cNvPr id="1222" name="Google Shape;1222;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23" name="Google Shape;1223;p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1"/>
        <p:cNvGrpSpPr/>
        <p:nvPr/>
      </p:nvGrpSpPr>
      <p:grpSpPr>
        <a:xfrm>
          <a:off x="0" y="0"/>
          <a:ext cx="0" cy="0"/>
          <a:chOff x="0" y="0"/>
          <a:chExt cx="0" cy="0"/>
        </a:xfrm>
      </p:grpSpPr>
      <p:sp>
        <p:nvSpPr>
          <p:cNvPr id="1232" name="Google Shape;1232;p6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63</a:t>
            </a:fld>
            <a:endParaRPr/>
          </a:p>
        </p:txBody>
      </p:sp>
      <p:sp>
        <p:nvSpPr>
          <p:cNvPr id="1233" name="Google Shape;1233;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34" name="Google Shape;1234;p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1"/>
        <p:cNvGrpSpPr/>
        <p:nvPr/>
      </p:nvGrpSpPr>
      <p:grpSpPr>
        <a:xfrm>
          <a:off x="0" y="0"/>
          <a:ext cx="0" cy="0"/>
          <a:chOff x="0" y="0"/>
          <a:chExt cx="0" cy="0"/>
        </a:xfrm>
      </p:grpSpPr>
      <p:sp>
        <p:nvSpPr>
          <p:cNvPr id="1242" name="Google Shape;1242;p6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64</a:t>
            </a:fld>
            <a:endParaRPr/>
          </a:p>
        </p:txBody>
      </p:sp>
      <p:sp>
        <p:nvSpPr>
          <p:cNvPr id="1243" name="Google Shape;1243;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44" name="Google Shape;1244;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1"/>
        <p:cNvGrpSpPr/>
        <p:nvPr/>
      </p:nvGrpSpPr>
      <p:grpSpPr>
        <a:xfrm>
          <a:off x="0" y="0"/>
          <a:ext cx="0" cy="0"/>
          <a:chOff x="0" y="0"/>
          <a:chExt cx="0" cy="0"/>
        </a:xfrm>
      </p:grpSpPr>
      <p:sp>
        <p:nvSpPr>
          <p:cNvPr id="1262" name="Google Shape;1262;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3" name="Google Shape;1263;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9"/>
        <p:cNvGrpSpPr/>
        <p:nvPr/>
      </p:nvGrpSpPr>
      <p:grpSpPr>
        <a:xfrm>
          <a:off x="0" y="0"/>
          <a:ext cx="0" cy="0"/>
          <a:chOff x="0" y="0"/>
          <a:chExt cx="0" cy="0"/>
        </a:xfrm>
      </p:grpSpPr>
      <p:sp>
        <p:nvSpPr>
          <p:cNvPr id="1270" name="Google Shape;1270;p66: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66</a:t>
            </a:fld>
            <a:endParaRPr/>
          </a:p>
        </p:txBody>
      </p:sp>
      <p:sp>
        <p:nvSpPr>
          <p:cNvPr id="1271" name="Google Shape;1271;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72" name="Google Shape;1272;p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9"/>
        <p:cNvGrpSpPr/>
        <p:nvPr/>
      </p:nvGrpSpPr>
      <p:grpSpPr>
        <a:xfrm>
          <a:off x="0" y="0"/>
          <a:ext cx="0" cy="0"/>
          <a:chOff x="0" y="0"/>
          <a:chExt cx="0" cy="0"/>
        </a:xfrm>
      </p:grpSpPr>
      <p:sp>
        <p:nvSpPr>
          <p:cNvPr id="1290" name="Google Shape;1290;p67: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67</a:t>
            </a:fld>
            <a:endParaRPr/>
          </a:p>
        </p:txBody>
      </p:sp>
      <p:sp>
        <p:nvSpPr>
          <p:cNvPr id="1291" name="Google Shape;1291;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2" name="Google Shape;1292;p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9"/>
        <p:cNvGrpSpPr/>
        <p:nvPr/>
      </p:nvGrpSpPr>
      <p:grpSpPr>
        <a:xfrm>
          <a:off x="0" y="0"/>
          <a:ext cx="0" cy="0"/>
          <a:chOff x="0" y="0"/>
          <a:chExt cx="0" cy="0"/>
        </a:xfrm>
      </p:grpSpPr>
      <p:sp>
        <p:nvSpPr>
          <p:cNvPr id="1310" name="Google Shape;1310;p6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68</a:t>
            </a:fld>
            <a:endParaRPr/>
          </a:p>
        </p:txBody>
      </p:sp>
      <p:sp>
        <p:nvSpPr>
          <p:cNvPr id="1311" name="Google Shape;1311;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12" name="Google Shape;1312;p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5"/>
        <p:cNvGrpSpPr/>
        <p:nvPr/>
      </p:nvGrpSpPr>
      <p:grpSpPr>
        <a:xfrm>
          <a:off x="0" y="0"/>
          <a:ext cx="0" cy="0"/>
          <a:chOff x="0" y="0"/>
          <a:chExt cx="0" cy="0"/>
        </a:xfrm>
      </p:grpSpPr>
      <p:sp>
        <p:nvSpPr>
          <p:cNvPr id="1326" name="Google Shape;1326;p6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69</a:t>
            </a:fld>
            <a:endParaRPr/>
          </a:p>
        </p:txBody>
      </p:sp>
      <p:sp>
        <p:nvSpPr>
          <p:cNvPr id="1327" name="Google Shape;1327;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28" name="Google Shape;1328;p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1"/>
        <p:cNvGrpSpPr/>
        <p:nvPr/>
      </p:nvGrpSpPr>
      <p:grpSpPr>
        <a:xfrm>
          <a:off x="0" y="0"/>
          <a:ext cx="0" cy="0"/>
          <a:chOff x="0" y="0"/>
          <a:chExt cx="0" cy="0"/>
        </a:xfrm>
      </p:grpSpPr>
      <p:sp>
        <p:nvSpPr>
          <p:cNvPr id="1342" name="Google Shape;1342;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3" name="Google Shape;1343;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9"/>
        <p:cNvGrpSpPr/>
        <p:nvPr/>
      </p:nvGrpSpPr>
      <p:grpSpPr>
        <a:xfrm>
          <a:off x="0" y="0"/>
          <a:ext cx="0" cy="0"/>
          <a:chOff x="0" y="0"/>
          <a:chExt cx="0" cy="0"/>
        </a:xfrm>
      </p:grpSpPr>
      <p:sp>
        <p:nvSpPr>
          <p:cNvPr id="1350" name="Google Shape;1350;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1" name="Google Shape;1351;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7"/>
        <p:cNvGrpSpPr/>
        <p:nvPr/>
      </p:nvGrpSpPr>
      <p:grpSpPr>
        <a:xfrm>
          <a:off x="0" y="0"/>
          <a:ext cx="0" cy="0"/>
          <a:chOff x="0" y="0"/>
          <a:chExt cx="0" cy="0"/>
        </a:xfrm>
      </p:grpSpPr>
      <p:sp>
        <p:nvSpPr>
          <p:cNvPr id="1358" name="Google Shape;1358;p7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72</a:t>
            </a:fld>
            <a:endParaRPr/>
          </a:p>
        </p:txBody>
      </p:sp>
      <p:sp>
        <p:nvSpPr>
          <p:cNvPr id="1359" name="Google Shape;1359;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60" name="Google Shape;1360;p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3"/>
        <p:cNvGrpSpPr/>
        <p:nvPr/>
      </p:nvGrpSpPr>
      <p:grpSpPr>
        <a:xfrm>
          <a:off x="0" y="0"/>
          <a:ext cx="0" cy="0"/>
          <a:chOff x="0" y="0"/>
          <a:chExt cx="0" cy="0"/>
        </a:xfrm>
      </p:grpSpPr>
      <p:sp>
        <p:nvSpPr>
          <p:cNvPr id="1374" name="Google Shape;1374;p7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73</a:t>
            </a:fld>
            <a:endParaRPr/>
          </a:p>
        </p:txBody>
      </p:sp>
      <p:sp>
        <p:nvSpPr>
          <p:cNvPr id="1375" name="Google Shape;1375;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6" name="Google Shape;1376;p7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9"/>
        <p:cNvGrpSpPr/>
        <p:nvPr/>
      </p:nvGrpSpPr>
      <p:grpSpPr>
        <a:xfrm>
          <a:off x="0" y="0"/>
          <a:ext cx="0" cy="0"/>
          <a:chOff x="0" y="0"/>
          <a:chExt cx="0" cy="0"/>
        </a:xfrm>
      </p:grpSpPr>
      <p:sp>
        <p:nvSpPr>
          <p:cNvPr id="1390" name="Google Shape;1390;p7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74</a:t>
            </a:fld>
            <a:endParaRPr/>
          </a:p>
        </p:txBody>
      </p:sp>
      <p:sp>
        <p:nvSpPr>
          <p:cNvPr id="1391" name="Google Shape;1391;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2" name="Google Shape;1392;p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9"/>
        <p:cNvGrpSpPr/>
        <p:nvPr/>
      </p:nvGrpSpPr>
      <p:grpSpPr>
        <a:xfrm>
          <a:off x="0" y="0"/>
          <a:ext cx="0" cy="0"/>
          <a:chOff x="0" y="0"/>
          <a:chExt cx="0" cy="0"/>
        </a:xfrm>
      </p:grpSpPr>
      <p:sp>
        <p:nvSpPr>
          <p:cNvPr id="1410" name="Google Shape;1410;p7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75</a:t>
            </a:fld>
            <a:endParaRPr/>
          </a:p>
        </p:txBody>
      </p:sp>
      <p:sp>
        <p:nvSpPr>
          <p:cNvPr id="1411" name="Google Shape;1411;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12" name="Google Shape;1412;p7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0"/>
        <p:cNvGrpSpPr/>
        <p:nvPr/>
      </p:nvGrpSpPr>
      <p:grpSpPr>
        <a:xfrm>
          <a:off x="0" y="0"/>
          <a:ext cx="0" cy="0"/>
          <a:chOff x="0" y="0"/>
          <a:chExt cx="0" cy="0"/>
        </a:xfrm>
      </p:grpSpPr>
      <p:sp>
        <p:nvSpPr>
          <p:cNvPr id="1431" name="Google Shape;1431;p76: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76</a:t>
            </a:fld>
            <a:endParaRPr/>
          </a:p>
        </p:txBody>
      </p:sp>
      <p:sp>
        <p:nvSpPr>
          <p:cNvPr id="1432" name="Google Shape;1432;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33" name="Google Shape;1433;p7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6"/>
        <p:cNvGrpSpPr/>
        <p:nvPr/>
      </p:nvGrpSpPr>
      <p:grpSpPr>
        <a:xfrm>
          <a:off x="0" y="0"/>
          <a:ext cx="0" cy="0"/>
          <a:chOff x="0" y="0"/>
          <a:chExt cx="0" cy="0"/>
        </a:xfrm>
      </p:grpSpPr>
      <p:sp>
        <p:nvSpPr>
          <p:cNvPr id="1447" name="Google Shape;1447;p77: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77</a:t>
            </a:fld>
            <a:endParaRPr/>
          </a:p>
        </p:txBody>
      </p:sp>
      <p:sp>
        <p:nvSpPr>
          <p:cNvPr id="1448" name="Google Shape;1448;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49" name="Google Shape;1449;p7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p7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78</a:t>
            </a:fld>
            <a:endParaRPr/>
          </a:p>
        </p:txBody>
      </p:sp>
      <p:sp>
        <p:nvSpPr>
          <p:cNvPr id="1464" name="Google Shape;1464;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5" name="Google Shape;1465;p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2"/>
        <p:cNvGrpSpPr/>
        <p:nvPr/>
      </p:nvGrpSpPr>
      <p:grpSpPr>
        <a:xfrm>
          <a:off x="0" y="0"/>
          <a:ext cx="0" cy="0"/>
          <a:chOff x="0" y="0"/>
          <a:chExt cx="0" cy="0"/>
        </a:xfrm>
      </p:grpSpPr>
      <p:sp>
        <p:nvSpPr>
          <p:cNvPr id="1483" name="Google Shape;1483;p7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79</a:t>
            </a:fld>
            <a:endParaRPr/>
          </a:p>
        </p:txBody>
      </p:sp>
      <p:sp>
        <p:nvSpPr>
          <p:cNvPr id="1484" name="Google Shape;1484;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85" name="Google Shape;1485;p7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p80: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80</a:t>
            </a:fld>
            <a:endParaRPr/>
          </a:p>
        </p:txBody>
      </p:sp>
      <p:sp>
        <p:nvSpPr>
          <p:cNvPr id="1495" name="Google Shape;1495;p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96" name="Google Shape;1496;p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3"/>
        <p:cNvGrpSpPr/>
        <p:nvPr/>
      </p:nvGrpSpPr>
      <p:grpSpPr>
        <a:xfrm>
          <a:off x="0" y="0"/>
          <a:ext cx="0" cy="0"/>
          <a:chOff x="0" y="0"/>
          <a:chExt cx="0" cy="0"/>
        </a:xfrm>
      </p:grpSpPr>
      <p:sp>
        <p:nvSpPr>
          <p:cNvPr id="1504" name="Google Shape;1504;p8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81</a:t>
            </a:fld>
            <a:endParaRPr/>
          </a:p>
        </p:txBody>
      </p:sp>
      <p:sp>
        <p:nvSpPr>
          <p:cNvPr id="1505" name="Google Shape;1505;p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06" name="Google Shape;1506;p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9"/>
        <p:cNvGrpSpPr/>
        <p:nvPr/>
      </p:nvGrpSpPr>
      <p:grpSpPr>
        <a:xfrm>
          <a:off x="0" y="0"/>
          <a:ext cx="0" cy="0"/>
          <a:chOff x="0" y="0"/>
          <a:chExt cx="0" cy="0"/>
        </a:xfrm>
      </p:grpSpPr>
      <p:sp>
        <p:nvSpPr>
          <p:cNvPr id="1530" name="Google Shape;1530;p8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82</a:t>
            </a:fld>
            <a:endParaRPr/>
          </a:p>
        </p:txBody>
      </p:sp>
      <p:sp>
        <p:nvSpPr>
          <p:cNvPr id="1531" name="Google Shape;1531;p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32" name="Google Shape;1532;p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9"/>
        <p:cNvGrpSpPr/>
        <p:nvPr/>
      </p:nvGrpSpPr>
      <p:grpSpPr>
        <a:xfrm>
          <a:off x="0" y="0"/>
          <a:ext cx="0" cy="0"/>
          <a:chOff x="0" y="0"/>
          <a:chExt cx="0" cy="0"/>
        </a:xfrm>
      </p:grpSpPr>
      <p:sp>
        <p:nvSpPr>
          <p:cNvPr id="1550" name="Google Shape;1550;p8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83</a:t>
            </a:fld>
            <a:endParaRPr/>
          </a:p>
        </p:txBody>
      </p:sp>
      <p:sp>
        <p:nvSpPr>
          <p:cNvPr id="1551" name="Google Shape;1551;p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52" name="Google Shape;1552;p8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5"/>
        <p:cNvGrpSpPr/>
        <p:nvPr/>
      </p:nvGrpSpPr>
      <p:grpSpPr>
        <a:xfrm>
          <a:off x="0" y="0"/>
          <a:ext cx="0" cy="0"/>
          <a:chOff x="0" y="0"/>
          <a:chExt cx="0" cy="0"/>
        </a:xfrm>
      </p:grpSpPr>
      <p:sp>
        <p:nvSpPr>
          <p:cNvPr id="1566" name="Google Shape;1566;p8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84</a:t>
            </a:fld>
            <a:endParaRPr/>
          </a:p>
        </p:txBody>
      </p:sp>
      <p:sp>
        <p:nvSpPr>
          <p:cNvPr id="1567" name="Google Shape;1567;p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8" name="Google Shape;1568;p8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5"/>
        <p:cNvGrpSpPr/>
        <p:nvPr/>
      </p:nvGrpSpPr>
      <p:grpSpPr>
        <a:xfrm>
          <a:off x="0" y="0"/>
          <a:ext cx="0" cy="0"/>
          <a:chOff x="0" y="0"/>
          <a:chExt cx="0" cy="0"/>
        </a:xfrm>
      </p:grpSpPr>
      <p:sp>
        <p:nvSpPr>
          <p:cNvPr id="1586" name="Google Shape;1586;p8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85</a:t>
            </a:fld>
            <a:endParaRPr/>
          </a:p>
        </p:txBody>
      </p:sp>
      <p:sp>
        <p:nvSpPr>
          <p:cNvPr id="1587" name="Google Shape;1587;p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88" name="Google Shape;1588;p8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1"/>
        <p:cNvGrpSpPr/>
        <p:nvPr/>
      </p:nvGrpSpPr>
      <p:grpSpPr>
        <a:xfrm>
          <a:off x="0" y="0"/>
          <a:ext cx="0" cy="0"/>
          <a:chOff x="0" y="0"/>
          <a:chExt cx="0" cy="0"/>
        </a:xfrm>
      </p:grpSpPr>
      <p:sp>
        <p:nvSpPr>
          <p:cNvPr id="1602" name="Google Shape;1602;p86: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86</a:t>
            </a:fld>
            <a:endParaRPr/>
          </a:p>
        </p:txBody>
      </p:sp>
      <p:sp>
        <p:nvSpPr>
          <p:cNvPr id="1603" name="Google Shape;1603;p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04" name="Google Shape;1604;p8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7"/>
        <p:cNvGrpSpPr/>
        <p:nvPr/>
      </p:nvGrpSpPr>
      <p:grpSpPr>
        <a:xfrm>
          <a:off x="0" y="0"/>
          <a:ext cx="0" cy="0"/>
          <a:chOff x="0" y="0"/>
          <a:chExt cx="0" cy="0"/>
        </a:xfrm>
      </p:grpSpPr>
      <p:sp>
        <p:nvSpPr>
          <p:cNvPr id="1618" name="Google Shape;1618;p87: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87</a:t>
            </a:fld>
            <a:endParaRPr/>
          </a:p>
        </p:txBody>
      </p:sp>
      <p:sp>
        <p:nvSpPr>
          <p:cNvPr id="1619" name="Google Shape;1619;p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20" name="Google Shape;1620;p8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8"/>
        <p:cNvGrpSpPr/>
        <p:nvPr/>
      </p:nvGrpSpPr>
      <p:grpSpPr>
        <a:xfrm>
          <a:off x="0" y="0"/>
          <a:ext cx="0" cy="0"/>
          <a:chOff x="0" y="0"/>
          <a:chExt cx="0" cy="0"/>
        </a:xfrm>
      </p:grpSpPr>
      <p:sp>
        <p:nvSpPr>
          <p:cNvPr id="1629" name="Google Shape;1629;p8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88</a:t>
            </a:fld>
            <a:endParaRPr/>
          </a:p>
        </p:txBody>
      </p:sp>
      <p:sp>
        <p:nvSpPr>
          <p:cNvPr id="1630" name="Google Shape;1630;p8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31" name="Google Shape;1631;p8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8"/>
        <p:cNvGrpSpPr/>
        <p:nvPr/>
      </p:nvGrpSpPr>
      <p:grpSpPr>
        <a:xfrm>
          <a:off x="0" y="0"/>
          <a:ext cx="0" cy="0"/>
          <a:chOff x="0" y="0"/>
          <a:chExt cx="0" cy="0"/>
        </a:xfrm>
      </p:grpSpPr>
      <p:sp>
        <p:nvSpPr>
          <p:cNvPr id="1639" name="Google Shape;1639;p8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89</a:t>
            </a:fld>
            <a:endParaRPr/>
          </a:p>
        </p:txBody>
      </p:sp>
      <p:sp>
        <p:nvSpPr>
          <p:cNvPr id="1640" name="Google Shape;1640;p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41" name="Google Shape;1641;p8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4"/>
        <p:cNvGrpSpPr/>
        <p:nvPr/>
      </p:nvGrpSpPr>
      <p:grpSpPr>
        <a:xfrm>
          <a:off x="0" y="0"/>
          <a:ext cx="0" cy="0"/>
          <a:chOff x="0" y="0"/>
          <a:chExt cx="0" cy="0"/>
        </a:xfrm>
      </p:grpSpPr>
      <p:sp>
        <p:nvSpPr>
          <p:cNvPr id="1655" name="Google Shape;1655;p90: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90</a:t>
            </a:fld>
            <a:endParaRPr/>
          </a:p>
        </p:txBody>
      </p:sp>
      <p:sp>
        <p:nvSpPr>
          <p:cNvPr id="1656" name="Google Shape;1656;p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57" name="Google Shape;1657;p9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5"/>
        <p:cNvGrpSpPr/>
        <p:nvPr/>
      </p:nvGrpSpPr>
      <p:grpSpPr>
        <a:xfrm>
          <a:off x="0" y="0"/>
          <a:ext cx="0" cy="0"/>
          <a:chOff x="0" y="0"/>
          <a:chExt cx="0" cy="0"/>
        </a:xfrm>
      </p:grpSpPr>
      <p:sp>
        <p:nvSpPr>
          <p:cNvPr id="1676" name="Google Shape;1676;p9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7" name="Google Shape;1677;p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3"/>
        <p:cNvGrpSpPr/>
        <p:nvPr/>
      </p:nvGrpSpPr>
      <p:grpSpPr>
        <a:xfrm>
          <a:off x="0" y="0"/>
          <a:ext cx="0" cy="0"/>
          <a:chOff x="0" y="0"/>
          <a:chExt cx="0" cy="0"/>
        </a:xfrm>
      </p:grpSpPr>
      <p:sp>
        <p:nvSpPr>
          <p:cNvPr id="1684" name="Google Shape;1684;p9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5" name="Google Shape;1685;p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1"/>
        <p:cNvGrpSpPr/>
        <p:nvPr/>
      </p:nvGrpSpPr>
      <p:grpSpPr>
        <a:xfrm>
          <a:off x="0" y="0"/>
          <a:ext cx="0" cy="0"/>
          <a:chOff x="0" y="0"/>
          <a:chExt cx="0" cy="0"/>
        </a:xfrm>
      </p:grpSpPr>
      <p:sp>
        <p:nvSpPr>
          <p:cNvPr id="1692" name="Google Shape;1692;p9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93</a:t>
            </a:fld>
            <a:endParaRPr/>
          </a:p>
        </p:txBody>
      </p:sp>
      <p:sp>
        <p:nvSpPr>
          <p:cNvPr id="1693" name="Google Shape;1693;p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94" name="Google Shape;1694;p9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5"/>
        <p:cNvGrpSpPr/>
        <p:nvPr/>
      </p:nvGrpSpPr>
      <p:grpSpPr>
        <a:xfrm>
          <a:off x="0" y="0"/>
          <a:ext cx="0" cy="0"/>
          <a:chOff x="0" y="0"/>
          <a:chExt cx="0" cy="0"/>
        </a:xfrm>
      </p:grpSpPr>
      <p:sp>
        <p:nvSpPr>
          <p:cNvPr id="1706" name="Google Shape;1706;p9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94</a:t>
            </a:fld>
            <a:endParaRPr/>
          </a:p>
        </p:txBody>
      </p:sp>
      <p:sp>
        <p:nvSpPr>
          <p:cNvPr id="1707" name="Google Shape;1707;p9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08" name="Google Shape;1708;p9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7"/>
        <p:cNvGrpSpPr/>
        <p:nvPr/>
      </p:nvGrpSpPr>
      <p:grpSpPr>
        <a:xfrm>
          <a:off x="0" y="0"/>
          <a:ext cx="0" cy="0"/>
          <a:chOff x="0" y="0"/>
          <a:chExt cx="0" cy="0"/>
        </a:xfrm>
      </p:grpSpPr>
      <p:sp>
        <p:nvSpPr>
          <p:cNvPr id="1718" name="Google Shape;1718;p9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95</a:t>
            </a:fld>
            <a:endParaRPr/>
          </a:p>
        </p:txBody>
      </p:sp>
      <p:sp>
        <p:nvSpPr>
          <p:cNvPr id="1719" name="Google Shape;1719;p9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20" name="Google Shape;1720;p9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3"/>
        <p:cNvGrpSpPr/>
        <p:nvPr/>
      </p:nvGrpSpPr>
      <p:grpSpPr>
        <a:xfrm>
          <a:off x="0" y="0"/>
          <a:ext cx="0" cy="0"/>
          <a:chOff x="0" y="0"/>
          <a:chExt cx="0" cy="0"/>
        </a:xfrm>
      </p:grpSpPr>
      <p:sp>
        <p:nvSpPr>
          <p:cNvPr id="1734" name="Google Shape;1734;p96: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96</a:t>
            </a:fld>
            <a:endParaRPr/>
          </a:p>
        </p:txBody>
      </p:sp>
      <p:sp>
        <p:nvSpPr>
          <p:cNvPr id="1735" name="Google Shape;1735;p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36" name="Google Shape;1736;p9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3"/>
        <p:cNvGrpSpPr/>
        <p:nvPr/>
      </p:nvGrpSpPr>
      <p:grpSpPr>
        <a:xfrm>
          <a:off x="0" y="0"/>
          <a:ext cx="0" cy="0"/>
          <a:chOff x="0" y="0"/>
          <a:chExt cx="0" cy="0"/>
        </a:xfrm>
      </p:grpSpPr>
      <p:sp>
        <p:nvSpPr>
          <p:cNvPr id="1754" name="Google Shape;1754;p97: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97</a:t>
            </a:fld>
            <a:endParaRPr/>
          </a:p>
        </p:txBody>
      </p:sp>
      <p:sp>
        <p:nvSpPr>
          <p:cNvPr id="1755" name="Google Shape;1755;p9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56" name="Google Shape;1756;p9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4"/>
        <p:cNvGrpSpPr/>
        <p:nvPr/>
      </p:nvGrpSpPr>
      <p:grpSpPr>
        <a:xfrm>
          <a:off x="0" y="0"/>
          <a:ext cx="0" cy="0"/>
          <a:chOff x="0" y="0"/>
          <a:chExt cx="0" cy="0"/>
        </a:xfrm>
      </p:grpSpPr>
      <p:sp>
        <p:nvSpPr>
          <p:cNvPr id="1765" name="Google Shape;1765;p9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98</a:t>
            </a:fld>
            <a:endParaRPr/>
          </a:p>
        </p:txBody>
      </p:sp>
      <p:sp>
        <p:nvSpPr>
          <p:cNvPr id="1766" name="Google Shape;1766;p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67" name="Google Shape;1767;p9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0"/>
        <p:cNvGrpSpPr/>
        <p:nvPr/>
      </p:nvGrpSpPr>
      <p:grpSpPr>
        <a:xfrm>
          <a:off x="0" y="0"/>
          <a:ext cx="0" cy="0"/>
          <a:chOff x="0" y="0"/>
          <a:chExt cx="0" cy="0"/>
        </a:xfrm>
      </p:grpSpPr>
      <p:sp>
        <p:nvSpPr>
          <p:cNvPr id="1781" name="Google Shape;1781;p9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99</a:t>
            </a:fld>
            <a:endParaRPr/>
          </a:p>
        </p:txBody>
      </p:sp>
      <p:sp>
        <p:nvSpPr>
          <p:cNvPr id="1782" name="Google Shape;1782;p9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83" name="Google Shape;1783;p9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1"/>
        <p:cNvGrpSpPr/>
        <p:nvPr/>
      </p:nvGrpSpPr>
      <p:grpSpPr>
        <a:xfrm>
          <a:off x="0" y="0"/>
          <a:ext cx="0" cy="0"/>
          <a:chOff x="0" y="0"/>
          <a:chExt cx="0" cy="0"/>
        </a:xfrm>
      </p:grpSpPr>
      <p:sp>
        <p:nvSpPr>
          <p:cNvPr id="1792" name="Google Shape;1792;p100: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100</a:t>
            </a:fld>
            <a:endParaRPr/>
          </a:p>
        </p:txBody>
      </p:sp>
      <p:sp>
        <p:nvSpPr>
          <p:cNvPr id="1793" name="Google Shape;1793;p1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94" name="Google Shape;1794;p10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7"/>
        <p:cNvGrpSpPr/>
        <p:nvPr/>
      </p:nvGrpSpPr>
      <p:grpSpPr>
        <a:xfrm>
          <a:off x="0" y="0"/>
          <a:ext cx="0" cy="0"/>
          <a:chOff x="0" y="0"/>
          <a:chExt cx="0" cy="0"/>
        </a:xfrm>
      </p:grpSpPr>
      <p:sp>
        <p:nvSpPr>
          <p:cNvPr id="1808" name="Google Shape;1808;p10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101</a:t>
            </a:fld>
            <a:endParaRPr/>
          </a:p>
        </p:txBody>
      </p:sp>
      <p:sp>
        <p:nvSpPr>
          <p:cNvPr id="1809" name="Google Shape;1809;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10" name="Google Shape;1810;p10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3"/>
        <p:cNvGrpSpPr/>
        <p:nvPr/>
      </p:nvGrpSpPr>
      <p:grpSpPr>
        <a:xfrm>
          <a:off x="0" y="0"/>
          <a:ext cx="0" cy="0"/>
          <a:chOff x="0" y="0"/>
          <a:chExt cx="0" cy="0"/>
        </a:xfrm>
      </p:grpSpPr>
      <p:sp>
        <p:nvSpPr>
          <p:cNvPr id="1824" name="Google Shape;1824;p10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102</a:t>
            </a:fld>
            <a:endParaRPr/>
          </a:p>
        </p:txBody>
      </p:sp>
      <p:sp>
        <p:nvSpPr>
          <p:cNvPr id="1825" name="Google Shape;1825;p10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26" name="Google Shape;1826;p10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3"/>
        <p:cNvGrpSpPr/>
        <p:nvPr/>
      </p:nvGrpSpPr>
      <p:grpSpPr>
        <a:xfrm>
          <a:off x="0" y="0"/>
          <a:ext cx="0" cy="0"/>
          <a:chOff x="0" y="0"/>
          <a:chExt cx="0" cy="0"/>
        </a:xfrm>
      </p:grpSpPr>
      <p:sp>
        <p:nvSpPr>
          <p:cNvPr id="1844" name="Google Shape;1844;p10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103</a:t>
            </a:fld>
            <a:endParaRPr/>
          </a:p>
        </p:txBody>
      </p:sp>
      <p:sp>
        <p:nvSpPr>
          <p:cNvPr id="1845" name="Google Shape;1845;p10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46" name="Google Shape;1846;p10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9"/>
        <p:cNvGrpSpPr/>
        <p:nvPr/>
      </p:nvGrpSpPr>
      <p:grpSpPr>
        <a:xfrm>
          <a:off x="0" y="0"/>
          <a:ext cx="0" cy="0"/>
          <a:chOff x="0" y="0"/>
          <a:chExt cx="0" cy="0"/>
        </a:xfrm>
      </p:grpSpPr>
      <p:sp>
        <p:nvSpPr>
          <p:cNvPr id="1860" name="Google Shape;1860;p10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104</a:t>
            </a:fld>
            <a:endParaRPr/>
          </a:p>
        </p:txBody>
      </p:sp>
      <p:sp>
        <p:nvSpPr>
          <p:cNvPr id="1861" name="Google Shape;1861;p1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62" name="Google Shape;1862;p10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9"/>
        <p:cNvGrpSpPr/>
        <p:nvPr/>
      </p:nvGrpSpPr>
      <p:grpSpPr>
        <a:xfrm>
          <a:off x="0" y="0"/>
          <a:ext cx="0" cy="0"/>
          <a:chOff x="0" y="0"/>
          <a:chExt cx="0" cy="0"/>
        </a:xfrm>
      </p:grpSpPr>
      <p:sp>
        <p:nvSpPr>
          <p:cNvPr id="1880" name="Google Shape;1880;p10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105</a:t>
            </a:fld>
            <a:endParaRPr/>
          </a:p>
        </p:txBody>
      </p:sp>
      <p:sp>
        <p:nvSpPr>
          <p:cNvPr id="1881" name="Google Shape;1881;p10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82" name="Google Shape;1882;p10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5"/>
        <p:cNvGrpSpPr/>
        <p:nvPr/>
      </p:nvGrpSpPr>
      <p:grpSpPr>
        <a:xfrm>
          <a:off x="0" y="0"/>
          <a:ext cx="0" cy="0"/>
          <a:chOff x="0" y="0"/>
          <a:chExt cx="0" cy="0"/>
        </a:xfrm>
      </p:grpSpPr>
      <p:sp>
        <p:nvSpPr>
          <p:cNvPr id="1896" name="Google Shape;1896;p106: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106</a:t>
            </a:fld>
            <a:endParaRPr/>
          </a:p>
        </p:txBody>
      </p:sp>
      <p:sp>
        <p:nvSpPr>
          <p:cNvPr id="1897" name="Google Shape;1897;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98" name="Google Shape;1898;p10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5"/>
        <p:cNvGrpSpPr/>
        <p:nvPr/>
      </p:nvGrpSpPr>
      <p:grpSpPr>
        <a:xfrm>
          <a:off x="0" y="0"/>
          <a:ext cx="0" cy="0"/>
          <a:chOff x="0" y="0"/>
          <a:chExt cx="0" cy="0"/>
        </a:xfrm>
      </p:grpSpPr>
      <p:sp>
        <p:nvSpPr>
          <p:cNvPr id="1916" name="Google Shape;1916;p107: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107</a:t>
            </a:fld>
            <a:endParaRPr/>
          </a:p>
        </p:txBody>
      </p:sp>
      <p:sp>
        <p:nvSpPr>
          <p:cNvPr id="1917" name="Google Shape;1917;p10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18" name="Google Shape;1918;p10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1"/>
        <p:cNvGrpSpPr/>
        <p:nvPr/>
      </p:nvGrpSpPr>
      <p:grpSpPr>
        <a:xfrm>
          <a:off x="0" y="0"/>
          <a:ext cx="0" cy="0"/>
          <a:chOff x="0" y="0"/>
          <a:chExt cx="0" cy="0"/>
        </a:xfrm>
      </p:grpSpPr>
      <p:sp>
        <p:nvSpPr>
          <p:cNvPr id="1932" name="Google Shape;1932;p10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108</a:t>
            </a:fld>
            <a:endParaRPr/>
          </a:p>
        </p:txBody>
      </p:sp>
      <p:sp>
        <p:nvSpPr>
          <p:cNvPr id="1933" name="Google Shape;1933;p10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34" name="Google Shape;1934;p10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1"/>
        <p:cNvGrpSpPr/>
        <p:nvPr/>
      </p:nvGrpSpPr>
      <p:grpSpPr>
        <a:xfrm>
          <a:off x="0" y="0"/>
          <a:ext cx="0" cy="0"/>
          <a:chOff x="0" y="0"/>
          <a:chExt cx="0" cy="0"/>
        </a:xfrm>
      </p:grpSpPr>
      <p:sp>
        <p:nvSpPr>
          <p:cNvPr id="1952" name="Google Shape;1952;p10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109</a:t>
            </a:fld>
            <a:endParaRPr/>
          </a:p>
        </p:txBody>
      </p:sp>
      <p:sp>
        <p:nvSpPr>
          <p:cNvPr id="1953" name="Google Shape;1953;p10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54" name="Google Shape;1954;p10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7"/>
        <p:cNvGrpSpPr/>
        <p:nvPr/>
      </p:nvGrpSpPr>
      <p:grpSpPr>
        <a:xfrm>
          <a:off x="0" y="0"/>
          <a:ext cx="0" cy="0"/>
          <a:chOff x="0" y="0"/>
          <a:chExt cx="0" cy="0"/>
        </a:xfrm>
      </p:grpSpPr>
      <p:sp>
        <p:nvSpPr>
          <p:cNvPr id="1968" name="Google Shape;1968;p110: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110</a:t>
            </a:fld>
            <a:endParaRPr/>
          </a:p>
        </p:txBody>
      </p:sp>
      <p:sp>
        <p:nvSpPr>
          <p:cNvPr id="1969" name="Google Shape;1969;p1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70" name="Google Shape;1970;p1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7"/>
        <p:cNvGrpSpPr/>
        <p:nvPr/>
      </p:nvGrpSpPr>
      <p:grpSpPr>
        <a:xfrm>
          <a:off x="0" y="0"/>
          <a:ext cx="0" cy="0"/>
          <a:chOff x="0" y="0"/>
          <a:chExt cx="0" cy="0"/>
        </a:xfrm>
      </p:grpSpPr>
      <p:sp>
        <p:nvSpPr>
          <p:cNvPr id="1988" name="Google Shape;1988;p11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111</a:t>
            </a:fld>
            <a:endParaRPr/>
          </a:p>
        </p:txBody>
      </p:sp>
      <p:sp>
        <p:nvSpPr>
          <p:cNvPr id="1989" name="Google Shape;1989;p1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90" name="Google Shape;1990;p1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8"/>
        <p:cNvGrpSpPr/>
        <p:nvPr/>
      </p:nvGrpSpPr>
      <p:grpSpPr>
        <a:xfrm>
          <a:off x="0" y="0"/>
          <a:ext cx="0" cy="0"/>
          <a:chOff x="0" y="0"/>
          <a:chExt cx="0" cy="0"/>
        </a:xfrm>
      </p:grpSpPr>
      <p:sp>
        <p:nvSpPr>
          <p:cNvPr id="1999" name="Google Shape;1999;p11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112</a:t>
            </a:fld>
            <a:endParaRPr/>
          </a:p>
        </p:txBody>
      </p:sp>
      <p:sp>
        <p:nvSpPr>
          <p:cNvPr id="2000" name="Google Shape;2000;p1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01" name="Google Shape;2001;p1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4"/>
        <p:cNvGrpSpPr/>
        <p:nvPr/>
      </p:nvGrpSpPr>
      <p:grpSpPr>
        <a:xfrm>
          <a:off x="0" y="0"/>
          <a:ext cx="0" cy="0"/>
          <a:chOff x="0" y="0"/>
          <a:chExt cx="0" cy="0"/>
        </a:xfrm>
      </p:grpSpPr>
      <p:sp>
        <p:nvSpPr>
          <p:cNvPr id="2015" name="Google Shape;2015;p11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113</a:t>
            </a:fld>
            <a:endParaRPr/>
          </a:p>
        </p:txBody>
      </p:sp>
      <p:sp>
        <p:nvSpPr>
          <p:cNvPr id="2016" name="Google Shape;2016;p1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17" name="Google Shape;2017;p1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4"/>
        <p:cNvGrpSpPr/>
        <p:nvPr/>
      </p:nvGrpSpPr>
      <p:grpSpPr>
        <a:xfrm>
          <a:off x="0" y="0"/>
          <a:ext cx="0" cy="0"/>
          <a:chOff x="0" y="0"/>
          <a:chExt cx="0" cy="0"/>
        </a:xfrm>
      </p:grpSpPr>
      <p:sp>
        <p:nvSpPr>
          <p:cNvPr id="2035" name="Google Shape;2035;p11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114</a:t>
            </a:fld>
            <a:endParaRPr/>
          </a:p>
        </p:txBody>
      </p:sp>
      <p:sp>
        <p:nvSpPr>
          <p:cNvPr id="2036" name="Google Shape;2036;p1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37" name="Google Shape;2037;p1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0"/>
        <p:cNvGrpSpPr/>
        <p:nvPr/>
      </p:nvGrpSpPr>
      <p:grpSpPr>
        <a:xfrm>
          <a:off x="0" y="0"/>
          <a:ext cx="0" cy="0"/>
          <a:chOff x="0" y="0"/>
          <a:chExt cx="0" cy="0"/>
        </a:xfrm>
      </p:grpSpPr>
      <p:sp>
        <p:nvSpPr>
          <p:cNvPr id="2051" name="Google Shape;2051;p11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115</a:t>
            </a:fld>
            <a:endParaRPr/>
          </a:p>
        </p:txBody>
      </p:sp>
      <p:sp>
        <p:nvSpPr>
          <p:cNvPr id="2052" name="Google Shape;2052;p1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53" name="Google Shape;2053;p1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1"/>
        <p:cNvGrpSpPr/>
        <p:nvPr/>
      </p:nvGrpSpPr>
      <p:grpSpPr>
        <a:xfrm>
          <a:off x="0" y="0"/>
          <a:ext cx="0" cy="0"/>
          <a:chOff x="0" y="0"/>
          <a:chExt cx="0" cy="0"/>
        </a:xfrm>
      </p:grpSpPr>
      <p:sp>
        <p:nvSpPr>
          <p:cNvPr id="2062" name="Google Shape;2062;p116: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116</a:t>
            </a:fld>
            <a:endParaRPr/>
          </a:p>
        </p:txBody>
      </p:sp>
      <p:sp>
        <p:nvSpPr>
          <p:cNvPr id="2063" name="Google Shape;2063;p1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64" name="Google Shape;2064;p1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7"/>
        <p:cNvGrpSpPr/>
        <p:nvPr/>
      </p:nvGrpSpPr>
      <p:grpSpPr>
        <a:xfrm>
          <a:off x="0" y="0"/>
          <a:ext cx="0" cy="0"/>
          <a:chOff x="0" y="0"/>
          <a:chExt cx="0" cy="0"/>
        </a:xfrm>
      </p:grpSpPr>
      <p:sp>
        <p:nvSpPr>
          <p:cNvPr id="2078" name="Google Shape;2078;p117: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117</a:t>
            </a:fld>
            <a:endParaRPr/>
          </a:p>
        </p:txBody>
      </p:sp>
      <p:sp>
        <p:nvSpPr>
          <p:cNvPr id="2079" name="Google Shape;2079;p1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80" name="Google Shape;2080;p1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8"/>
        <p:cNvGrpSpPr/>
        <p:nvPr/>
      </p:nvGrpSpPr>
      <p:grpSpPr>
        <a:xfrm>
          <a:off x="0" y="0"/>
          <a:ext cx="0" cy="0"/>
          <a:chOff x="0" y="0"/>
          <a:chExt cx="0" cy="0"/>
        </a:xfrm>
      </p:grpSpPr>
      <p:sp>
        <p:nvSpPr>
          <p:cNvPr id="2089" name="Google Shape;2089;p11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118</a:t>
            </a:fld>
            <a:endParaRPr/>
          </a:p>
        </p:txBody>
      </p:sp>
      <p:sp>
        <p:nvSpPr>
          <p:cNvPr id="2090" name="Google Shape;2090;p1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91" name="Google Shape;2091;p1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4"/>
        <p:cNvGrpSpPr/>
        <p:nvPr/>
      </p:nvGrpSpPr>
      <p:grpSpPr>
        <a:xfrm>
          <a:off x="0" y="0"/>
          <a:ext cx="0" cy="0"/>
          <a:chOff x="0" y="0"/>
          <a:chExt cx="0" cy="0"/>
        </a:xfrm>
      </p:grpSpPr>
      <p:sp>
        <p:nvSpPr>
          <p:cNvPr id="2105" name="Google Shape;2105;p11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119</a:t>
            </a:fld>
            <a:endParaRPr/>
          </a:p>
        </p:txBody>
      </p:sp>
      <p:sp>
        <p:nvSpPr>
          <p:cNvPr id="2106" name="Google Shape;2106;p1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7" name="Google Shape;2107;p1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5"/>
        <p:cNvGrpSpPr/>
        <p:nvPr/>
      </p:nvGrpSpPr>
      <p:grpSpPr>
        <a:xfrm>
          <a:off x="0" y="0"/>
          <a:ext cx="0" cy="0"/>
          <a:chOff x="0" y="0"/>
          <a:chExt cx="0" cy="0"/>
        </a:xfrm>
      </p:grpSpPr>
      <p:sp>
        <p:nvSpPr>
          <p:cNvPr id="2116" name="Google Shape;2116;p120: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120</a:t>
            </a:fld>
            <a:endParaRPr/>
          </a:p>
        </p:txBody>
      </p:sp>
      <p:sp>
        <p:nvSpPr>
          <p:cNvPr id="2117" name="Google Shape;2117;p1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18" name="Google Shape;2118;p1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1"/>
        <p:cNvGrpSpPr/>
        <p:nvPr/>
      </p:nvGrpSpPr>
      <p:grpSpPr>
        <a:xfrm>
          <a:off x="0" y="0"/>
          <a:ext cx="0" cy="0"/>
          <a:chOff x="0" y="0"/>
          <a:chExt cx="0" cy="0"/>
        </a:xfrm>
      </p:grpSpPr>
      <p:sp>
        <p:nvSpPr>
          <p:cNvPr id="2132" name="Google Shape;2132;p12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121</a:t>
            </a:fld>
            <a:endParaRPr/>
          </a:p>
        </p:txBody>
      </p:sp>
      <p:sp>
        <p:nvSpPr>
          <p:cNvPr id="2133" name="Google Shape;2133;p1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34" name="Google Shape;2134;p1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2"/>
        <p:cNvGrpSpPr/>
        <p:nvPr/>
      </p:nvGrpSpPr>
      <p:grpSpPr>
        <a:xfrm>
          <a:off x="0" y="0"/>
          <a:ext cx="0" cy="0"/>
          <a:chOff x="0" y="0"/>
          <a:chExt cx="0" cy="0"/>
        </a:xfrm>
      </p:grpSpPr>
      <p:sp>
        <p:nvSpPr>
          <p:cNvPr id="2143" name="Google Shape;2143;p12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122</a:t>
            </a:fld>
            <a:endParaRPr/>
          </a:p>
        </p:txBody>
      </p:sp>
      <p:sp>
        <p:nvSpPr>
          <p:cNvPr id="2144" name="Google Shape;2144;p1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45" name="Google Shape;2145;p1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2"/>
        <p:cNvGrpSpPr/>
        <p:nvPr/>
      </p:nvGrpSpPr>
      <p:grpSpPr>
        <a:xfrm>
          <a:off x="0" y="0"/>
          <a:ext cx="0" cy="0"/>
          <a:chOff x="0" y="0"/>
          <a:chExt cx="0" cy="0"/>
        </a:xfrm>
      </p:grpSpPr>
      <p:sp>
        <p:nvSpPr>
          <p:cNvPr id="2153" name="Google Shape;2153;p12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123</a:t>
            </a:fld>
            <a:endParaRPr/>
          </a:p>
        </p:txBody>
      </p:sp>
      <p:sp>
        <p:nvSpPr>
          <p:cNvPr id="2154" name="Google Shape;2154;p1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55" name="Google Shape;2155;p1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8"/>
        <p:cNvGrpSpPr/>
        <p:nvPr/>
      </p:nvGrpSpPr>
      <p:grpSpPr>
        <a:xfrm>
          <a:off x="0" y="0"/>
          <a:ext cx="0" cy="0"/>
          <a:chOff x="0" y="0"/>
          <a:chExt cx="0" cy="0"/>
        </a:xfrm>
      </p:grpSpPr>
      <p:sp>
        <p:nvSpPr>
          <p:cNvPr id="2169" name="Google Shape;2169;p12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124</a:t>
            </a:fld>
            <a:endParaRPr/>
          </a:p>
        </p:txBody>
      </p:sp>
      <p:sp>
        <p:nvSpPr>
          <p:cNvPr id="2170" name="Google Shape;2170;p1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71" name="Google Shape;2171;p1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4"/>
        <p:cNvGrpSpPr/>
        <p:nvPr/>
      </p:nvGrpSpPr>
      <p:grpSpPr>
        <a:xfrm>
          <a:off x="0" y="0"/>
          <a:ext cx="0" cy="0"/>
          <a:chOff x="0" y="0"/>
          <a:chExt cx="0" cy="0"/>
        </a:xfrm>
      </p:grpSpPr>
      <p:sp>
        <p:nvSpPr>
          <p:cNvPr id="2185" name="Google Shape;2185;p12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125</a:t>
            </a:fld>
            <a:endParaRPr/>
          </a:p>
        </p:txBody>
      </p:sp>
      <p:sp>
        <p:nvSpPr>
          <p:cNvPr id="2186" name="Google Shape;2186;p1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7" name="Google Shape;2187;p1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6"/>
        <p:cNvGrpSpPr/>
        <p:nvPr/>
      </p:nvGrpSpPr>
      <p:grpSpPr>
        <a:xfrm>
          <a:off x="0" y="0"/>
          <a:ext cx="0" cy="0"/>
          <a:chOff x="0" y="0"/>
          <a:chExt cx="0" cy="0"/>
        </a:xfrm>
      </p:grpSpPr>
      <p:sp>
        <p:nvSpPr>
          <p:cNvPr id="2217" name="Google Shape;2217;p126: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126</a:t>
            </a:fld>
            <a:endParaRPr/>
          </a:p>
        </p:txBody>
      </p:sp>
      <p:sp>
        <p:nvSpPr>
          <p:cNvPr id="2218" name="Google Shape;2218;p1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19" name="Google Shape;2219;p1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8"/>
        <p:cNvGrpSpPr/>
        <p:nvPr/>
      </p:nvGrpSpPr>
      <p:grpSpPr>
        <a:xfrm>
          <a:off x="0" y="0"/>
          <a:ext cx="0" cy="0"/>
          <a:chOff x="0" y="0"/>
          <a:chExt cx="0" cy="0"/>
        </a:xfrm>
      </p:grpSpPr>
      <p:sp>
        <p:nvSpPr>
          <p:cNvPr id="2249" name="Google Shape;2249;p127: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127</a:t>
            </a:fld>
            <a:endParaRPr/>
          </a:p>
        </p:txBody>
      </p:sp>
      <p:sp>
        <p:nvSpPr>
          <p:cNvPr id="2250" name="Google Shape;2250;p1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51" name="Google Shape;2251;p1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2"/>
        <p:cNvGrpSpPr/>
        <p:nvPr/>
      </p:nvGrpSpPr>
      <p:grpSpPr>
        <a:xfrm>
          <a:off x="0" y="0"/>
          <a:ext cx="0" cy="0"/>
          <a:chOff x="0" y="0"/>
          <a:chExt cx="0" cy="0"/>
        </a:xfrm>
      </p:grpSpPr>
      <p:sp>
        <p:nvSpPr>
          <p:cNvPr id="2283" name="Google Shape;2283;p12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128</a:t>
            </a:fld>
            <a:endParaRPr/>
          </a:p>
        </p:txBody>
      </p:sp>
      <p:sp>
        <p:nvSpPr>
          <p:cNvPr id="2284" name="Google Shape;2284;p1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85" name="Google Shape;2285;p1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4"/>
        <p:cNvGrpSpPr/>
        <p:nvPr/>
      </p:nvGrpSpPr>
      <p:grpSpPr>
        <a:xfrm>
          <a:off x="0" y="0"/>
          <a:ext cx="0" cy="0"/>
          <a:chOff x="0" y="0"/>
          <a:chExt cx="0" cy="0"/>
        </a:xfrm>
      </p:grpSpPr>
      <p:sp>
        <p:nvSpPr>
          <p:cNvPr id="2315" name="Google Shape;2315;p12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129</a:t>
            </a:fld>
            <a:endParaRPr/>
          </a:p>
        </p:txBody>
      </p:sp>
      <p:sp>
        <p:nvSpPr>
          <p:cNvPr id="2316" name="Google Shape;2316;p1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17" name="Google Shape;2317;p1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8"/>
        <p:cNvGrpSpPr/>
        <p:nvPr/>
      </p:nvGrpSpPr>
      <p:grpSpPr>
        <a:xfrm>
          <a:off x="0" y="0"/>
          <a:ext cx="0" cy="0"/>
          <a:chOff x="0" y="0"/>
          <a:chExt cx="0" cy="0"/>
        </a:xfrm>
      </p:grpSpPr>
      <p:sp>
        <p:nvSpPr>
          <p:cNvPr id="2349" name="Google Shape;2349;p130: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130</a:t>
            </a:fld>
            <a:endParaRPr/>
          </a:p>
        </p:txBody>
      </p:sp>
      <p:sp>
        <p:nvSpPr>
          <p:cNvPr id="2350" name="Google Shape;2350;p1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51" name="Google Shape;2351;p1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0"/>
        <p:cNvGrpSpPr/>
        <p:nvPr/>
      </p:nvGrpSpPr>
      <p:grpSpPr>
        <a:xfrm>
          <a:off x="0" y="0"/>
          <a:ext cx="0" cy="0"/>
          <a:chOff x="0" y="0"/>
          <a:chExt cx="0" cy="0"/>
        </a:xfrm>
      </p:grpSpPr>
      <p:sp>
        <p:nvSpPr>
          <p:cNvPr id="2381" name="Google Shape;2381;p13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131</a:t>
            </a:fld>
            <a:endParaRPr/>
          </a:p>
        </p:txBody>
      </p:sp>
      <p:sp>
        <p:nvSpPr>
          <p:cNvPr id="2382" name="Google Shape;2382;p1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83" name="Google Shape;2383;p1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3"/>
        <p:cNvGrpSpPr/>
        <p:nvPr/>
      </p:nvGrpSpPr>
      <p:grpSpPr>
        <a:xfrm>
          <a:off x="0" y="0"/>
          <a:ext cx="0" cy="0"/>
          <a:chOff x="0" y="0"/>
          <a:chExt cx="0" cy="0"/>
        </a:xfrm>
      </p:grpSpPr>
      <p:sp>
        <p:nvSpPr>
          <p:cNvPr id="2414" name="Google Shape;2414;p13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132</a:t>
            </a:fld>
            <a:endParaRPr/>
          </a:p>
        </p:txBody>
      </p:sp>
      <p:sp>
        <p:nvSpPr>
          <p:cNvPr id="2415" name="Google Shape;2415;p1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16" name="Google Shape;2416;p1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12"/>
        <p:cNvGrpSpPr/>
        <p:nvPr/>
      </p:nvGrpSpPr>
      <p:grpSpPr>
        <a:xfrm>
          <a:off x="0" y="0"/>
          <a:ext cx="0" cy="0"/>
          <a:chOff x="0" y="0"/>
          <a:chExt cx="0" cy="0"/>
        </a:xfrm>
      </p:grpSpPr>
      <p:sp>
        <p:nvSpPr>
          <p:cNvPr id="13" name="Google Shape;13;p134"/>
          <p:cNvSpPr txBox="1">
            <a:spLocks noGrp="1"/>
          </p:cNvSpPr>
          <p:nvPr>
            <p:ph type="ftr" idx="11"/>
          </p:nvPr>
        </p:nvSpPr>
        <p:spPr>
          <a:xfrm>
            <a:off x="76200" y="6296025"/>
            <a:ext cx="28956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134"/>
          <p:cNvSpPr txBox="1">
            <a:spLocks noGrp="1"/>
          </p:cNvSpPr>
          <p:nvPr>
            <p:ph type="sldNum" idx="12"/>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標題及表格" type="tbl">
  <p:cSld name="TABLE">
    <p:spTree>
      <p:nvGrpSpPr>
        <p:cNvPr id="1" name="Shape 15"/>
        <p:cNvGrpSpPr/>
        <p:nvPr/>
      </p:nvGrpSpPr>
      <p:grpSpPr>
        <a:xfrm>
          <a:off x="0" y="0"/>
          <a:ext cx="0" cy="0"/>
          <a:chOff x="0" y="0"/>
          <a:chExt cx="0" cy="0"/>
        </a:xfrm>
      </p:grpSpPr>
      <p:sp>
        <p:nvSpPr>
          <p:cNvPr id="16" name="Google Shape;16;p135"/>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17" name="Google Shape;17;p135"/>
          <p:cNvSpPr>
            <a:spLocks noGrp="1"/>
          </p:cNvSpPr>
          <p:nvPr>
            <p:ph type="tbl" idx="2"/>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18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8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8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8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8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8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8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800" b="0" i="0" u="none" strike="noStrike" cap="none">
                <a:solidFill>
                  <a:schemeClr val="dk1"/>
                </a:solidFill>
                <a:latin typeface="Tahoma"/>
                <a:ea typeface="Tahoma"/>
                <a:cs typeface="Tahoma"/>
                <a:sym typeface="Tahoma"/>
              </a:defRPr>
            </a:lvl9pPr>
          </a:lstStyle>
          <a:p>
            <a:endParaRPr/>
          </a:p>
        </p:txBody>
      </p:sp>
      <p:sp>
        <p:nvSpPr>
          <p:cNvPr id="18" name="Google Shape;18;p135"/>
          <p:cNvSpPr txBox="1">
            <a:spLocks noGrp="1"/>
          </p:cNvSpPr>
          <p:nvPr>
            <p:ph type="ftr" idx="11"/>
          </p:nvPr>
        </p:nvSpPr>
        <p:spPr>
          <a:xfrm>
            <a:off x="76200" y="6296025"/>
            <a:ext cx="28956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35"/>
          <p:cNvSpPr txBox="1">
            <a:spLocks noGrp="1"/>
          </p:cNvSpPr>
          <p:nvPr>
            <p:ph type="sldNum" idx="12"/>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標題及圖表或組織圖" type="dgm">
  <p:cSld name="DIAGRAM">
    <p:spTree>
      <p:nvGrpSpPr>
        <p:cNvPr id="1" name="Shape 20"/>
        <p:cNvGrpSpPr/>
        <p:nvPr/>
      </p:nvGrpSpPr>
      <p:grpSpPr>
        <a:xfrm>
          <a:off x="0" y="0"/>
          <a:ext cx="0" cy="0"/>
          <a:chOff x="0" y="0"/>
          <a:chExt cx="0" cy="0"/>
        </a:xfrm>
      </p:grpSpPr>
      <p:sp>
        <p:nvSpPr>
          <p:cNvPr id="21" name="Google Shape;21;p136"/>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22" name="Google Shape;22;p136"/>
          <p:cNvSpPr>
            <a:spLocks noGrp="1"/>
          </p:cNvSpPr>
          <p:nvPr>
            <p:ph type="dgm" idx="2"/>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folHlink"/>
              </a:buClr>
              <a:buSzPts val="1920"/>
              <a:buFont typeface="Noto Sans Symbols"/>
              <a:buChar char="■"/>
              <a:defRPr sz="3200" b="0" i="0" u="none" strike="noStrike" cap="none">
                <a:solidFill>
                  <a:schemeClr val="dk1"/>
                </a:solidFill>
                <a:latin typeface="Tahoma"/>
                <a:ea typeface="Tahoma"/>
                <a:cs typeface="Tahoma"/>
                <a:sym typeface="Tahoma"/>
              </a:defRPr>
            </a:lvl1pPr>
            <a:lvl2pPr marR="0" lvl="1"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R="0" lvl="2"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R="0" lvl="3"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R="0" lvl="4"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9pPr>
          </a:lstStyle>
          <a:p>
            <a:endParaRPr/>
          </a:p>
        </p:txBody>
      </p:sp>
      <p:sp>
        <p:nvSpPr>
          <p:cNvPr id="23" name="Google Shape;23;p136"/>
          <p:cNvSpPr txBox="1">
            <a:spLocks noGrp="1"/>
          </p:cNvSpPr>
          <p:nvPr>
            <p:ph type="ftr" idx="11"/>
          </p:nvPr>
        </p:nvSpPr>
        <p:spPr>
          <a:xfrm>
            <a:off x="76200" y="6296025"/>
            <a:ext cx="28956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36"/>
          <p:cNvSpPr txBox="1">
            <a:spLocks noGrp="1"/>
          </p:cNvSpPr>
          <p:nvPr>
            <p:ph type="sldNum" idx="12"/>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直排標題及文字" type="vertTitleAndTx">
  <p:cSld name="VERTICAL_TITLE_AND_VERTICAL_TEXT">
    <p:spTree>
      <p:nvGrpSpPr>
        <p:cNvPr id="1" name="Shape 25"/>
        <p:cNvGrpSpPr/>
        <p:nvPr/>
      </p:nvGrpSpPr>
      <p:grpSpPr>
        <a:xfrm>
          <a:off x="0" y="0"/>
          <a:ext cx="0" cy="0"/>
          <a:chOff x="0" y="0"/>
          <a:chExt cx="0" cy="0"/>
        </a:xfrm>
      </p:grpSpPr>
      <p:sp>
        <p:nvSpPr>
          <p:cNvPr id="26" name="Google Shape;26;p139"/>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27" name="Google Shape;27;p139"/>
          <p:cNvSpPr txBox="1">
            <a:spLocks noGrp="1"/>
          </p:cNvSpPr>
          <p:nvPr>
            <p:ph type="body" idx="1"/>
          </p:nvPr>
        </p:nvSpPr>
        <p:spPr>
          <a:xfrm rot="5400000">
            <a:off x="604044" y="389731"/>
            <a:ext cx="5811838" cy="5762625"/>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folHlink"/>
              </a:buClr>
              <a:buSzPts val="1920"/>
              <a:buFont typeface="Noto Sans Symbols"/>
              <a:buChar char="■"/>
              <a:defRPr sz="3200" b="0" i="0" u="none" strike="noStrike" cap="none">
                <a:solidFill>
                  <a:schemeClr val="dk1"/>
                </a:solidFill>
                <a:latin typeface="Tahoma"/>
                <a:ea typeface="Tahoma"/>
                <a:cs typeface="Tahoma"/>
                <a:sym typeface="Tahoma"/>
              </a:defRPr>
            </a:lvl1pPr>
            <a:lvl2pPr marL="914400" marR="0" lvl="1" indent="-326390"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L="1371600" marR="0" lvl="2" indent="-304800"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9pPr>
          </a:lstStyle>
          <a:p>
            <a:endParaRPr/>
          </a:p>
        </p:txBody>
      </p:sp>
      <p:sp>
        <p:nvSpPr>
          <p:cNvPr id="28" name="Google Shape;28;p139"/>
          <p:cNvSpPr txBox="1">
            <a:spLocks noGrp="1"/>
          </p:cNvSpPr>
          <p:nvPr>
            <p:ph type="ftr" idx="11"/>
          </p:nvPr>
        </p:nvSpPr>
        <p:spPr>
          <a:xfrm>
            <a:off x="76200" y="6296025"/>
            <a:ext cx="28956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39"/>
          <p:cNvSpPr txBox="1">
            <a:spLocks noGrp="1"/>
          </p:cNvSpPr>
          <p:nvPr>
            <p:ph type="sldNum" idx="12"/>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標題及直排文字" type="vertTx">
  <p:cSld name="VERTICAL_TEXT">
    <p:spTree>
      <p:nvGrpSpPr>
        <p:cNvPr id="1" name="Shape 30"/>
        <p:cNvGrpSpPr/>
        <p:nvPr/>
      </p:nvGrpSpPr>
      <p:grpSpPr>
        <a:xfrm>
          <a:off x="0" y="0"/>
          <a:ext cx="0" cy="0"/>
          <a:chOff x="0" y="0"/>
          <a:chExt cx="0" cy="0"/>
        </a:xfrm>
      </p:grpSpPr>
      <p:sp>
        <p:nvSpPr>
          <p:cNvPr id="31" name="Google Shape;31;p140"/>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32" name="Google Shape;32;p140"/>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folHlink"/>
              </a:buClr>
              <a:buSzPts val="1920"/>
              <a:buFont typeface="Noto Sans Symbols"/>
              <a:buChar char="■"/>
              <a:defRPr sz="3200" b="0" i="0" u="none" strike="noStrike" cap="none">
                <a:solidFill>
                  <a:schemeClr val="dk1"/>
                </a:solidFill>
                <a:latin typeface="Tahoma"/>
                <a:ea typeface="Tahoma"/>
                <a:cs typeface="Tahoma"/>
                <a:sym typeface="Tahoma"/>
              </a:defRPr>
            </a:lvl1pPr>
            <a:lvl2pPr marL="914400" marR="0" lvl="1" indent="-326390"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L="1371600" marR="0" lvl="2" indent="-304800"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9pPr>
          </a:lstStyle>
          <a:p>
            <a:endParaRPr/>
          </a:p>
        </p:txBody>
      </p:sp>
      <p:sp>
        <p:nvSpPr>
          <p:cNvPr id="33" name="Google Shape;33;p140"/>
          <p:cNvSpPr txBox="1">
            <a:spLocks noGrp="1"/>
          </p:cNvSpPr>
          <p:nvPr>
            <p:ph type="ftr" idx="11"/>
          </p:nvPr>
        </p:nvSpPr>
        <p:spPr>
          <a:xfrm>
            <a:off x="76200" y="6296025"/>
            <a:ext cx="28956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40"/>
          <p:cNvSpPr txBox="1">
            <a:spLocks noGrp="1"/>
          </p:cNvSpPr>
          <p:nvPr>
            <p:ph type="sldNum" idx="12"/>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含標題的圖片" type="picTx">
  <p:cSld name="PICTURE_WITH_CAPTION_TEXT">
    <p:spTree>
      <p:nvGrpSpPr>
        <p:cNvPr id="1" name="Shape 35"/>
        <p:cNvGrpSpPr/>
        <p:nvPr/>
      </p:nvGrpSpPr>
      <p:grpSpPr>
        <a:xfrm>
          <a:off x="0" y="0"/>
          <a:ext cx="0" cy="0"/>
          <a:chOff x="0" y="0"/>
          <a:chExt cx="0" cy="0"/>
        </a:xfrm>
      </p:grpSpPr>
      <p:sp>
        <p:nvSpPr>
          <p:cNvPr id="36" name="Google Shape;36;p141"/>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32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37" name="Google Shape;37;p141"/>
          <p:cNvSpPr>
            <a:spLocks noGrp="1"/>
          </p:cNvSpPr>
          <p:nvPr>
            <p:ph type="pic" idx="2"/>
          </p:nvPr>
        </p:nvSpPr>
        <p:spPr>
          <a:xfrm>
            <a:off x="3887788" y="987425"/>
            <a:ext cx="4629150" cy="4873625"/>
          </a:xfrm>
          <a:prstGeom prst="rect">
            <a:avLst/>
          </a:prstGeom>
          <a:noFill/>
          <a:ln>
            <a:noFill/>
          </a:ln>
        </p:spPr>
      </p:sp>
      <p:sp>
        <p:nvSpPr>
          <p:cNvPr id="38" name="Google Shape;38;p141"/>
          <p:cNvSpPr txBox="1">
            <a:spLocks noGrp="1"/>
          </p:cNvSpPr>
          <p:nvPr>
            <p:ph type="body" idx="1"/>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20"/>
              </a:spcBef>
              <a:spcAft>
                <a:spcPts val="0"/>
              </a:spcAft>
              <a:buClr>
                <a:schemeClr val="folHlink"/>
              </a:buClr>
              <a:buSzPts val="960"/>
              <a:buFont typeface="Noto Sans Symbols"/>
              <a:buNone/>
              <a:defRPr sz="1600" b="0" i="0" u="none" strike="noStrike" cap="none">
                <a:solidFill>
                  <a:schemeClr val="dk1"/>
                </a:solidFill>
                <a:latin typeface="Tahoma"/>
                <a:ea typeface="Tahoma"/>
                <a:cs typeface="Tahoma"/>
                <a:sym typeface="Tahoma"/>
              </a:defRPr>
            </a:lvl1pPr>
            <a:lvl2pPr marL="914400" marR="0" lvl="1" indent="-228600" algn="l" rtl="0">
              <a:spcBef>
                <a:spcPts val="280"/>
              </a:spcBef>
              <a:spcAft>
                <a:spcPts val="0"/>
              </a:spcAft>
              <a:buClr>
                <a:schemeClr val="hlink"/>
              </a:buClr>
              <a:buSzPts val="770"/>
              <a:buFont typeface="Noto Sans Symbols"/>
              <a:buNone/>
              <a:defRPr sz="1400" b="0" i="0" u="none" strike="noStrike" cap="none">
                <a:solidFill>
                  <a:schemeClr val="dk1"/>
                </a:solidFill>
                <a:latin typeface="Tahoma"/>
                <a:ea typeface="Tahoma"/>
                <a:cs typeface="Tahoma"/>
                <a:sym typeface="Tahoma"/>
              </a:defRPr>
            </a:lvl2pPr>
            <a:lvl3pPr marL="1371600" marR="0" lvl="2" indent="-228600" algn="l" rtl="0">
              <a:spcBef>
                <a:spcPts val="240"/>
              </a:spcBef>
              <a:spcAft>
                <a:spcPts val="0"/>
              </a:spcAft>
              <a:buClr>
                <a:schemeClr val="folHlink"/>
              </a:buClr>
              <a:buSzPts val="600"/>
              <a:buFont typeface="Noto Sans Symbols"/>
              <a:buNone/>
              <a:defRPr sz="1200" b="0" i="0" u="none" strike="noStrike" cap="none">
                <a:solidFill>
                  <a:schemeClr val="dk1"/>
                </a:solidFill>
                <a:latin typeface="Tahoma"/>
                <a:ea typeface="Tahoma"/>
                <a:cs typeface="Tahoma"/>
                <a:sym typeface="Tahoma"/>
              </a:defRPr>
            </a:lvl3pPr>
            <a:lvl4pPr marL="1828800" marR="0" lvl="3" indent="-228600" algn="l" rtl="0">
              <a:spcBef>
                <a:spcPts val="200"/>
              </a:spcBef>
              <a:spcAft>
                <a:spcPts val="0"/>
              </a:spcAft>
              <a:buClr>
                <a:schemeClr val="accent2"/>
              </a:buClr>
              <a:buSzPts val="550"/>
              <a:buFont typeface="Noto Sans Symbols"/>
              <a:buNone/>
              <a:defRPr sz="1000" b="0" i="0" u="none" strike="noStrike" cap="none">
                <a:solidFill>
                  <a:schemeClr val="dk1"/>
                </a:solidFill>
                <a:latin typeface="Tahoma"/>
                <a:ea typeface="Tahoma"/>
                <a:cs typeface="Tahoma"/>
                <a:sym typeface="Tahoma"/>
              </a:defRPr>
            </a:lvl4pPr>
            <a:lvl5pPr marL="2286000" marR="0" lvl="4" indent="-228600" algn="l" rtl="0">
              <a:spcBef>
                <a:spcPts val="200"/>
              </a:spcBef>
              <a:spcAft>
                <a:spcPts val="0"/>
              </a:spcAft>
              <a:buClr>
                <a:schemeClr val="accent1"/>
              </a:buClr>
              <a:buSzPts val="500"/>
              <a:buFont typeface="Noto Sans Symbols"/>
              <a:buNone/>
              <a:defRPr sz="1000" b="0" i="0" u="none" strike="noStrike" cap="none">
                <a:solidFill>
                  <a:schemeClr val="dk1"/>
                </a:solidFill>
                <a:latin typeface="Tahoma"/>
                <a:ea typeface="Tahoma"/>
                <a:cs typeface="Tahoma"/>
                <a:sym typeface="Tahoma"/>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Tahoma"/>
                <a:ea typeface="Tahoma"/>
                <a:cs typeface="Tahoma"/>
                <a:sym typeface="Tahoma"/>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Tahoma"/>
                <a:ea typeface="Tahoma"/>
                <a:cs typeface="Tahoma"/>
                <a:sym typeface="Tahoma"/>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Tahoma"/>
                <a:ea typeface="Tahoma"/>
                <a:cs typeface="Tahoma"/>
                <a:sym typeface="Tahoma"/>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Tahoma"/>
                <a:ea typeface="Tahoma"/>
                <a:cs typeface="Tahoma"/>
                <a:sym typeface="Tahoma"/>
              </a:defRPr>
            </a:lvl9pPr>
          </a:lstStyle>
          <a:p>
            <a:endParaRPr/>
          </a:p>
        </p:txBody>
      </p:sp>
      <p:sp>
        <p:nvSpPr>
          <p:cNvPr id="39" name="Google Shape;39;p141"/>
          <p:cNvSpPr txBox="1">
            <a:spLocks noGrp="1"/>
          </p:cNvSpPr>
          <p:nvPr>
            <p:ph type="ftr" idx="11"/>
          </p:nvPr>
        </p:nvSpPr>
        <p:spPr>
          <a:xfrm>
            <a:off x="76200" y="6296025"/>
            <a:ext cx="28956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41"/>
          <p:cNvSpPr txBox="1">
            <a:spLocks noGrp="1"/>
          </p:cNvSpPr>
          <p:nvPr>
            <p:ph type="sldNum" idx="12"/>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含標題的內容" type="objTx">
  <p:cSld name="OBJECT_WITH_CAPTION_TEXT">
    <p:spTree>
      <p:nvGrpSpPr>
        <p:cNvPr id="1" name="Shape 41"/>
        <p:cNvGrpSpPr/>
        <p:nvPr/>
      </p:nvGrpSpPr>
      <p:grpSpPr>
        <a:xfrm>
          <a:off x="0" y="0"/>
          <a:ext cx="0" cy="0"/>
          <a:chOff x="0" y="0"/>
          <a:chExt cx="0" cy="0"/>
        </a:xfrm>
      </p:grpSpPr>
      <p:sp>
        <p:nvSpPr>
          <p:cNvPr id="42" name="Google Shape;42;p142"/>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32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43" name="Google Shape;43;p142"/>
          <p:cNvSpPr txBox="1">
            <a:spLocks noGrp="1"/>
          </p:cNvSpPr>
          <p:nvPr>
            <p:ph type="body" idx="1"/>
          </p:nvPr>
        </p:nvSpPr>
        <p:spPr>
          <a:xfrm>
            <a:off x="3887788" y="987425"/>
            <a:ext cx="4629150" cy="4873625"/>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folHlink"/>
              </a:buClr>
              <a:buSzPts val="1920"/>
              <a:buFont typeface="Noto Sans Symbols"/>
              <a:buChar char="■"/>
              <a:defRPr sz="3200" b="0" i="0" u="none" strike="noStrike" cap="none">
                <a:solidFill>
                  <a:schemeClr val="dk1"/>
                </a:solidFill>
                <a:latin typeface="Tahoma"/>
                <a:ea typeface="Tahoma"/>
                <a:cs typeface="Tahoma"/>
                <a:sym typeface="Tahoma"/>
              </a:defRPr>
            </a:lvl1pPr>
            <a:lvl2pPr marL="914400" marR="0" lvl="1" indent="-326390"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L="1371600" marR="0" lvl="2" indent="-304800"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ahoma"/>
                <a:ea typeface="Tahoma"/>
                <a:cs typeface="Tahoma"/>
                <a:sym typeface="Tahoma"/>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ahoma"/>
                <a:ea typeface="Tahoma"/>
                <a:cs typeface="Tahoma"/>
                <a:sym typeface="Tahoma"/>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ahoma"/>
                <a:ea typeface="Tahoma"/>
                <a:cs typeface="Tahoma"/>
                <a:sym typeface="Tahoma"/>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ahoma"/>
                <a:ea typeface="Tahoma"/>
                <a:cs typeface="Tahoma"/>
                <a:sym typeface="Tahoma"/>
              </a:defRPr>
            </a:lvl9pPr>
          </a:lstStyle>
          <a:p>
            <a:endParaRPr/>
          </a:p>
        </p:txBody>
      </p:sp>
      <p:sp>
        <p:nvSpPr>
          <p:cNvPr id="44" name="Google Shape;44;p142"/>
          <p:cNvSpPr txBox="1">
            <a:spLocks noGrp="1"/>
          </p:cNvSpPr>
          <p:nvPr>
            <p:ph type="body" idx="2"/>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20"/>
              </a:spcBef>
              <a:spcAft>
                <a:spcPts val="0"/>
              </a:spcAft>
              <a:buClr>
                <a:schemeClr val="folHlink"/>
              </a:buClr>
              <a:buSzPts val="960"/>
              <a:buFont typeface="Noto Sans Symbols"/>
              <a:buNone/>
              <a:defRPr sz="1600" b="0" i="0" u="none" strike="noStrike" cap="none">
                <a:solidFill>
                  <a:schemeClr val="dk1"/>
                </a:solidFill>
                <a:latin typeface="Tahoma"/>
                <a:ea typeface="Tahoma"/>
                <a:cs typeface="Tahoma"/>
                <a:sym typeface="Tahoma"/>
              </a:defRPr>
            </a:lvl1pPr>
            <a:lvl2pPr marL="914400" marR="0" lvl="1" indent="-228600" algn="l" rtl="0">
              <a:spcBef>
                <a:spcPts val="280"/>
              </a:spcBef>
              <a:spcAft>
                <a:spcPts val="0"/>
              </a:spcAft>
              <a:buClr>
                <a:schemeClr val="hlink"/>
              </a:buClr>
              <a:buSzPts val="770"/>
              <a:buFont typeface="Noto Sans Symbols"/>
              <a:buNone/>
              <a:defRPr sz="1400" b="0" i="0" u="none" strike="noStrike" cap="none">
                <a:solidFill>
                  <a:schemeClr val="dk1"/>
                </a:solidFill>
                <a:latin typeface="Tahoma"/>
                <a:ea typeface="Tahoma"/>
                <a:cs typeface="Tahoma"/>
                <a:sym typeface="Tahoma"/>
              </a:defRPr>
            </a:lvl2pPr>
            <a:lvl3pPr marL="1371600" marR="0" lvl="2" indent="-228600" algn="l" rtl="0">
              <a:spcBef>
                <a:spcPts val="240"/>
              </a:spcBef>
              <a:spcAft>
                <a:spcPts val="0"/>
              </a:spcAft>
              <a:buClr>
                <a:schemeClr val="folHlink"/>
              </a:buClr>
              <a:buSzPts val="600"/>
              <a:buFont typeface="Noto Sans Symbols"/>
              <a:buNone/>
              <a:defRPr sz="1200" b="0" i="0" u="none" strike="noStrike" cap="none">
                <a:solidFill>
                  <a:schemeClr val="dk1"/>
                </a:solidFill>
                <a:latin typeface="Tahoma"/>
                <a:ea typeface="Tahoma"/>
                <a:cs typeface="Tahoma"/>
                <a:sym typeface="Tahoma"/>
              </a:defRPr>
            </a:lvl3pPr>
            <a:lvl4pPr marL="1828800" marR="0" lvl="3" indent="-228600" algn="l" rtl="0">
              <a:spcBef>
                <a:spcPts val="200"/>
              </a:spcBef>
              <a:spcAft>
                <a:spcPts val="0"/>
              </a:spcAft>
              <a:buClr>
                <a:schemeClr val="accent2"/>
              </a:buClr>
              <a:buSzPts val="550"/>
              <a:buFont typeface="Noto Sans Symbols"/>
              <a:buNone/>
              <a:defRPr sz="1000" b="0" i="0" u="none" strike="noStrike" cap="none">
                <a:solidFill>
                  <a:schemeClr val="dk1"/>
                </a:solidFill>
                <a:latin typeface="Tahoma"/>
                <a:ea typeface="Tahoma"/>
                <a:cs typeface="Tahoma"/>
                <a:sym typeface="Tahoma"/>
              </a:defRPr>
            </a:lvl4pPr>
            <a:lvl5pPr marL="2286000" marR="0" lvl="4" indent="-228600" algn="l" rtl="0">
              <a:spcBef>
                <a:spcPts val="200"/>
              </a:spcBef>
              <a:spcAft>
                <a:spcPts val="0"/>
              </a:spcAft>
              <a:buClr>
                <a:schemeClr val="accent1"/>
              </a:buClr>
              <a:buSzPts val="500"/>
              <a:buFont typeface="Noto Sans Symbols"/>
              <a:buNone/>
              <a:defRPr sz="1000" b="0" i="0" u="none" strike="noStrike" cap="none">
                <a:solidFill>
                  <a:schemeClr val="dk1"/>
                </a:solidFill>
                <a:latin typeface="Tahoma"/>
                <a:ea typeface="Tahoma"/>
                <a:cs typeface="Tahoma"/>
                <a:sym typeface="Tahoma"/>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Tahoma"/>
                <a:ea typeface="Tahoma"/>
                <a:cs typeface="Tahoma"/>
                <a:sym typeface="Tahoma"/>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Tahoma"/>
                <a:ea typeface="Tahoma"/>
                <a:cs typeface="Tahoma"/>
                <a:sym typeface="Tahoma"/>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Tahoma"/>
                <a:ea typeface="Tahoma"/>
                <a:cs typeface="Tahoma"/>
                <a:sym typeface="Tahoma"/>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Tahoma"/>
                <a:ea typeface="Tahoma"/>
                <a:cs typeface="Tahoma"/>
                <a:sym typeface="Tahoma"/>
              </a:defRPr>
            </a:lvl9pPr>
          </a:lstStyle>
          <a:p>
            <a:endParaRPr/>
          </a:p>
        </p:txBody>
      </p:sp>
      <p:sp>
        <p:nvSpPr>
          <p:cNvPr id="45" name="Google Shape;45;p142"/>
          <p:cNvSpPr txBox="1">
            <a:spLocks noGrp="1"/>
          </p:cNvSpPr>
          <p:nvPr>
            <p:ph type="ftr" idx="11"/>
          </p:nvPr>
        </p:nvSpPr>
        <p:spPr>
          <a:xfrm>
            <a:off x="76200" y="6296025"/>
            <a:ext cx="28956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42"/>
          <p:cNvSpPr txBox="1">
            <a:spLocks noGrp="1"/>
          </p:cNvSpPr>
          <p:nvPr>
            <p:ph type="sldNum" idx="12"/>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只有標題" type="titleOnly">
  <p:cSld name="TITLE_ONLY">
    <p:spTree>
      <p:nvGrpSpPr>
        <p:cNvPr id="1" name="Shape 47"/>
        <p:cNvGrpSpPr/>
        <p:nvPr/>
      </p:nvGrpSpPr>
      <p:grpSpPr>
        <a:xfrm>
          <a:off x="0" y="0"/>
          <a:ext cx="0" cy="0"/>
          <a:chOff x="0" y="0"/>
          <a:chExt cx="0" cy="0"/>
        </a:xfrm>
      </p:grpSpPr>
      <p:sp>
        <p:nvSpPr>
          <p:cNvPr id="48" name="Google Shape;48;p143"/>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49" name="Google Shape;49;p143"/>
          <p:cNvSpPr txBox="1">
            <a:spLocks noGrp="1"/>
          </p:cNvSpPr>
          <p:nvPr>
            <p:ph type="ftr" idx="11"/>
          </p:nvPr>
        </p:nvSpPr>
        <p:spPr>
          <a:xfrm>
            <a:off x="76200" y="6296025"/>
            <a:ext cx="28956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43"/>
          <p:cNvSpPr txBox="1">
            <a:spLocks noGrp="1"/>
          </p:cNvSpPr>
          <p:nvPr>
            <p:ph type="sldNum" idx="12"/>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比對" type="twoTxTwoObj">
  <p:cSld name="TWO_OBJECTS_WITH_TEXT">
    <p:spTree>
      <p:nvGrpSpPr>
        <p:cNvPr id="1" name="Shape 51"/>
        <p:cNvGrpSpPr/>
        <p:nvPr/>
      </p:nvGrpSpPr>
      <p:grpSpPr>
        <a:xfrm>
          <a:off x="0" y="0"/>
          <a:ext cx="0" cy="0"/>
          <a:chOff x="0" y="0"/>
          <a:chExt cx="0" cy="0"/>
        </a:xfrm>
      </p:grpSpPr>
      <p:sp>
        <p:nvSpPr>
          <p:cNvPr id="52" name="Google Shape;52;p144"/>
          <p:cNvSpPr txBox="1">
            <a:spLocks noGrp="1"/>
          </p:cNvSpPr>
          <p:nvPr>
            <p:ph type="title"/>
          </p:nvPr>
        </p:nvSpPr>
        <p:spPr>
          <a:xfrm>
            <a:off x="630238" y="365125"/>
            <a:ext cx="7886700" cy="1325563"/>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53" name="Google Shape;53;p144"/>
          <p:cNvSpPr txBox="1">
            <a:spLocks noGrp="1"/>
          </p:cNvSpPr>
          <p:nvPr>
            <p:ph type="body" idx="1"/>
          </p:nvPr>
        </p:nvSpPr>
        <p:spPr>
          <a:xfrm>
            <a:off x="630238" y="1681163"/>
            <a:ext cx="3868737" cy="82391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folHlink"/>
              </a:buClr>
              <a:buSzPts val="1440"/>
              <a:buFont typeface="Noto Sans Symbols"/>
              <a:buNone/>
              <a:defRPr sz="2400" b="1" i="0" u="none" strike="noStrike" cap="none">
                <a:solidFill>
                  <a:schemeClr val="dk1"/>
                </a:solidFill>
                <a:latin typeface="Tahoma"/>
                <a:ea typeface="Tahoma"/>
                <a:cs typeface="Tahoma"/>
                <a:sym typeface="Tahoma"/>
              </a:defRPr>
            </a:lvl1pPr>
            <a:lvl2pPr marL="914400" marR="0" lvl="1" indent="-228600" algn="l" rtl="0">
              <a:spcBef>
                <a:spcPts val="400"/>
              </a:spcBef>
              <a:spcAft>
                <a:spcPts val="0"/>
              </a:spcAft>
              <a:buClr>
                <a:schemeClr val="hlink"/>
              </a:buClr>
              <a:buSzPts val="1100"/>
              <a:buFont typeface="Noto Sans Symbols"/>
              <a:buNone/>
              <a:defRPr sz="2000" b="1" i="0" u="none" strike="noStrike" cap="none">
                <a:solidFill>
                  <a:schemeClr val="dk1"/>
                </a:solidFill>
                <a:latin typeface="Tahoma"/>
                <a:ea typeface="Tahoma"/>
                <a:cs typeface="Tahoma"/>
                <a:sym typeface="Tahoma"/>
              </a:defRPr>
            </a:lvl2pPr>
            <a:lvl3pPr marL="1371600" marR="0" lvl="2" indent="-228600" algn="l" rtl="0">
              <a:spcBef>
                <a:spcPts val="360"/>
              </a:spcBef>
              <a:spcAft>
                <a:spcPts val="0"/>
              </a:spcAft>
              <a:buClr>
                <a:schemeClr val="folHlink"/>
              </a:buClr>
              <a:buSzPts val="900"/>
              <a:buFont typeface="Noto Sans Symbols"/>
              <a:buNone/>
              <a:defRPr sz="1800" b="1" i="0" u="none" strike="noStrike" cap="none">
                <a:solidFill>
                  <a:schemeClr val="dk1"/>
                </a:solidFill>
                <a:latin typeface="Tahoma"/>
                <a:ea typeface="Tahoma"/>
                <a:cs typeface="Tahoma"/>
                <a:sym typeface="Tahoma"/>
              </a:defRPr>
            </a:lvl3pPr>
            <a:lvl4pPr marL="1828800" marR="0" lvl="3" indent="-228600" algn="l" rtl="0">
              <a:spcBef>
                <a:spcPts val="320"/>
              </a:spcBef>
              <a:spcAft>
                <a:spcPts val="0"/>
              </a:spcAft>
              <a:buClr>
                <a:schemeClr val="accent2"/>
              </a:buClr>
              <a:buSzPts val="880"/>
              <a:buFont typeface="Noto Sans Symbols"/>
              <a:buNone/>
              <a:defRPr sz="1600" b="1" i="0" u="none" strike="noStrike" cap="none">
                <a:solidFill>
                  <a:schemeClr val="dk1"/>
                </a:solidFill>
                <a:latin typeface="Tahoma"/>
                <a:ea typeface="Tahoma"/>
                <a:cs typeface="Tahoma"/>
                <a:sym typeface="Tahoma"/>
              </a:defRPr>
            </a:lvl4pPr>
            <a:lvl5pPr marL="2286000" marR="0" lvl="4" indent="-228600" algn="l" rtl="0">
              <a:spcBef>
                <a:spcPts val="320"/>
              </a:spcBef>
              <a:spcAft>
                <a:spcPts val="0"/>
              </a:spcAft>
              <a:buClr>
                <a:schemeClr val="accent1"/>
              </a:buClr>
              <a:buSzPts val="800"/>
              <a:buFont typeface="Noto Sans Symbols"/>
              <a:buNone/>
              <a:defRPr sz="1600" b="1" i="0" u="none" strike="noStrike" cap="none">
                <a:solidFill>
                  <a:schemeClr val="dk1"/>
                </a:solidFill>
                <a:latin typeface="Tahoma"/>
                <a:ea typeface="Tahoma"/>
                <a:cs typeface="Tahoma"/>
                <a:sym typeface="Tahoma"/>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Tahoma"/>
                <a:ea typeface="Tahoma"/>
                <a:cs typeface="Tahoma"/>
                <a:sym typeface="Tahoma"/>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Tahoma"/>
                <a:ea typeface="Tahoma"/>
                <a:cs typeface="Tahoma"/>
                <a:sym typeface="Tahom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Tahoma"/>
                <a:ea typeface="Tahoma"/>
                <a:cs typeface="Tahoma"/>
                <a:sym typeface="Tahom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Tahoma"/>
                <a:ea typeface="Tahoma"/>
                <a:cs typeface="Tahoma"/>
                <a:sym typeface="Tahoma"/>
              </a:defRPr>
            </a:lvl9pPr>
          </a:lstStyle>
          <a:p>
            <a:endParaRPr/>
          </a:p>
        </p:txBody>
      </p:sp>
      <p:sp>
        <p:nvSpPr>
          <p:cNvPr id="54" name="Google Shape;54;p144"/>
          <p:cNvSpPr txBox="1">
            <a:spLocks noGrp="1"/>
          </p:cNvSpPr>
          <p:nvPr>
            <p:ph type="body" idx="2"/>
          </p:nvPr>
        </p:nvSpPr>
        <p:spPr>
          <a:xfrm>
            <a:off x="630238" y="2505075"/>
            <a:ext cx="3868737" cy="3684588"/>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folHlink"/>
              </a:buClr>
              <a:buSzPts val="1920"/>
              <a:buFont typeface="Noto Sans Symbols"/>
              <a:buChar char="■"/>
              <a:defRPr sz="3200" b="0" i="0" u="none" strike="noStrike" cap="none">
                <a:solidFill>
                  <a:schemeClr val="dk1"/>
                </a:solidFill>
                <a:latin typeface="Tahoma"/>
                <a:ea typeface="Tahoma"/>
                <a:cs typeface="Tahoma"/>
                <a:sym typeface="Tahoma"/>
              </a:defRPr>
            </a:lvl1pPr>
            <a:lvl2pPr marL="914400" marR="0" lvl="1" indent="-326390"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L="1371600" marR="0" lvl="2" indent="-304800"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9pPr>
          </a:lstStyle>
          <a:p>
            <a:endParaRPr/>
          </a:p>
        </p:txBody>
      </p:sp>
      <p:sp>
        <p:nvSpPr>
          <p:cNvPr id="55" name="Google Shape;55;p144"/>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folHlink"/>
              </a:buClr>
              <a:buSzPts val="1440"/>
              <a:buFont typeface="Noto Sans Symbols"/>
              <a:buNone/>
              <a:defRPr sz="2400" b="1" i="0" u="none" strike="noStrike" cap="none">
                <a:solidFill>
                  <a:schemeClr val="dk1"/>
                </a:solidFill>
                <a:latin typeface="Tahoma"/>
                <a:ea typeface="Tahoma"/>
                <a:cs typeface="Tahoma"/>
                <a:sym typeface="Tahoma"/>
              </a:defRPr>
            </a:lvl1pPr>
            <a:lvl2pPr marL="914400" marR="0" lvl="1" indent="-228600" algn="l" rtl="0">
              <a:spcBef>
                <a:spcPts val="400"/>
              </a:spcBef>
              <a:spcAft>
                <a:spcPts val="0"/>
              </a:spcAft>
              <a:buClr>
                <a:schemeClr val="hlink"/>
              </a:buClr>
              <a:buSzPts val="1100"/>
              <a:buFont typeface="Noto Sans Symbols"/>
              <a:buNone/>
              <a:defRPr sz="2000" b="1" i="0" u="none" strike="noStrike" cap="none">
                <a:solidFill>
                  <a:schemeClr val="dk1"/>
                </a:solidFill>
                <a:latin typeface="Tahoma"/>
                <a:ea typeface="Tahoma"/>
                <a:cs typeface="Tahoma"/>
                <a:sym typeface="Tahoma"/>
              </a:defRPr>
            </a:lvl2pPr>
            <a:lvl3pPr marL="1371600" marR="0" lvl="2" indent="-228600" algn="l" rtl="0">
              <a:spcBef>
                <a:spcPts val="360"/>
              </a:spcBef>
              <a:spcAft>
                <a:spcPts val="0"/>
              </a:spcAft>
              <a:buClr>
                <a:schemeClr val="folHlink"/>
              </a:buClr>
              <a:buSzPts val="900"/>
              <a:buFont typeface="Noto Sans Symbols"/>
              <a:buNone/>
              <a:defRPr sz="1800" b="1" i="0" u="none" strike="noStrike" cap="none">
                <a:solidFill>
                  <a:schemeClr val="dk1"/>
                </a:solidFill>
                <a:latin typeface="Tahoma"/>
                <a:ea typeface="Tahoma"/>
                <a:cs typeface="Tahoma"/>
                <a:sym typeface="Tahoma"/>
              </a:defRPr>
            </a:lvl3pPr>
            <a:lvl4pPr marL="1828800" marR="0" lvl="3" indent="-228600" algn="l" rtl="0">
              <a:spcBef>
                <a:spcPts val="320"/>
              </a:spcBef>
              <a:spcAft>
                <a:spcPts val="0"/>
              </a:spcAft>
              <a:buClr>
                <a:schemeClr val="accent2"/>
              </a:buClr>
              <a:buSzPts val="880"/>
              <a:buFont typeface="Noto Sans Symbols"/>
              <a:buNone/>
              <a:defRPr sz="1600" b="1" i="0" u="none" strike="noStrike" cap="none">
                <a:solidFill>
                  <a:schemeClr val="dk1"/>
                </a:solidFill>
                <a:latin typeface="Tahoma"/>
                <a:ea typeface="Tahoma"/>
                <a:cs typeface="Tahoma"/>
                <a:sym typeface="Tahoma"/>
              </a:defRPr>
            </a:lvl4pPr>
            <a:lvl5pPr marL="2286000" marR="0" lvl="4" indent="-228600" algn="l" rtl="0">
              <a:spcBef>
                <a:spcPts val="320"/>
              </a:spcBef>
              <a:spcAft>
                <a:spcPts val="0"/>
              </a:spcAft>
              <a:buClr>
                <a:schemeClr val="accent1"/>
              </a:buClr>
              <a:buSzPts val="800"/>
              <a:buFont typeface="Noto Sans Symbols"/>
              <a:buNone/>
              <a:defRPr sz="1600" b="1" i="0" u="none" strike="noStrike" cap="none">
                <a:solidFill>
                  <a:schemeClr val="dk1"/>
                </a:solidFill>
                <a:latin typeface="Tahoma"/>
                <a:ea typeface="Tahoma"/>
                <a:cs typeface="Tahoma"/>
                <a:sym typeface="Tahoma"/>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Tahoma"/>
                <a:ea typeface="Tahoma"/>
                <a:cs typeface="Tahoma"/>
                <a:sym typeface="Tahoma"/>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Tahoma"/>
                <a:ea typeface="Tahoma"/>
                <a:cs typeface="Tahoma"/>
                <a:sym typeface="Tahom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Tahoma"/>
                <a:ea typeface="Tahoma"/>
                <a:cs typeface="Tahoma"/>
                <a:sym typeface="Tahom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Tahoma"/>
                <a:ea typeface="Tahoma"/>
                <a:cs typeface="Tahoma"/>
                <a:sym typeface="Tahoma"/>
              </a:defRPr>
            </a:lvl9pPr>
          </a:lstStyle>
          <a:p>
            <a:endParaRPr/>
          </a:p>
        </p:txBody>
      </p:sp>
      <p:sp>
        <p:nvSpPr>
          <p:cNvPr id="56" name="Google Shape;56;p144"/>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folHlink"/>
              </a:buClr>
              <a:buSzPts val="1920"/>
              <a:buFont typeface="Noto Sans Symbols"/>
              <a:buChar char="■"/>
              <a:defRPr sz="3200" b="0" i="0" u="none" strike="noStrike" cap="none">
                <a:solidFill>
                  <a:schemeClr val="dk1"/>
                </a:solidFill>
                <a:latin typeface="Tahoma"/>
                <a:ea typeface="Tahoma"/>
                <a:cs typeface="Tahoma"/>
                <a:sym typeface="Tahoma"/>
              </a:defRPr>
            </a:lvl1pPr>
            <a:lvl2pPr marL="914400" marR="0" lvl="1" indent="-326390"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L="1371600" marR="0" lvl="2" indent="-304800"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9pPr>
          </a:lstStyle>
          <a:p>
            <a:endParaRPr/>
          </a:p>
        </p:txBody>
      </p:sp>
      <p:sp>
        <p:nvSpPr>
          <p:cNvPr id="57" name="Google Shape;57;p144"/>
          <p:cNvSpPr txBox="1">
            <a:spLocks noGrp="1"/>
          </p:cNvSpPr>
          <p:nvPr>
            <p:ph type="ftr" idx="11"/>
          </p:nvPr>
        </p:nvSpPr>
        <p:spPr>
          <a:xfrm>
            <a:off x="76200" y="6296025"/>
            <a:ext cx="28956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44"/>
          <p:cNvSpPr txBox="1">
            <a:spLocks noGrp="1"/>
          </p:cNvSpPr>
          <p:nvPr>
            <p:ph type="sldNum" idx="12"/>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兩項物件" type="twoObj">
  <p:cSld name="TWO_OBJECTS">
    <p:spTree>
      <p:nvGrpSpPr>
        <p:cNvPr id="1" name="Shape 59"/>
        <p:cNvGrpSpPr/>
        <p:nvPr/>
      </p:nvGrpSpPr>
      <p:grpSpPr>
        <a:xfrm>
          <a:off x="0" y="0"/>
          <a:ext cx="0" cy="0"/>
          <a:chOff x="0" y="0"/>
          <a:chExt cx="0" cy="0"/>
        </a:xfrm>
      </p:grpSpPr>
      <p:sp>
        <p:nvSpPr>
          <p:cNvPr id="60" name="Google Shape;60;p145"/>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61" name="Google Shape;61;p145"/>
          <p:cNvSpPr txBox="1">
            <a:spLocks noGrp="1"/>
          </p:cNvSpPr>
          <p:nvPr>
            <p:ph type="body" idx="1"/>
          </p:nvPr>
        </p:nvSpPr>
        <p:spPr>
          <a:xfrm>
            <a:off x="628650" y="1825625"/>
            <a:ext cx="3867150" cy="4351338"/>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folHlink"/>
              </a:buClr>
              <a:buSzPts val="1920"/>
              <a:buFont typeface="Noto Sans Symbols"/>
              <a:buChar char="■"/>
              <a:defRPr sz="3200" b="0" i="0" u="none" strike="noStrike" cap="none">
                <a:solidFill>
                  <a:schemeClr val="dk1"/>
                </a:solidFill>
                <a:latin typeface="Tahoma"/>
                <a:ea typeface="Tahoma"/>
                <a:cs typeface="Tahoma"/>
                <a:sym typeface="Tahoma"/>
              </a:defRPr>
            </a:lvl1pPr>
            <a:lvl2pPr marL="914400" marR="0" lvl="1" indent="-326390"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L="1371600" marR="0" lvl="2" indent="-304800"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9pPr>
          </a:lstStyle>
          <a:p>
            <a:endParaRPr/>
          </a:p>
        </p:txBody>
      </p:sp>
      <p:sp>
        <p:nvSpPr>
          <p:cNvPr id="62" name="Google Shape;62;p145"/>
          <p:cNvSpPr txBox="1">
            <a:spLocks noGrp="1"/>
          </p:cNvSpPr>
          <p:nvPr>
            <p:ph type="body" idx="2"/>
          </p:nvPr>
        </p:nvSpPr>
        <p:spPr>
          <a:xfrm>
            <a:off x="4648200" y="1825625"/>
            <a:ext cx="3867150" cy="4351338"/>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folHlink"/>
              </a:buClr>
              <a:buSzPts val="1920"/>
              <a:buFont typeface="Noto Sans Symbols"/>
              <a:buChar char="■"/>
              <a:defRPr sz="3200" b="0" i="0" u="none" strike="noStrike" cap="none">
                <a:solidFill>
                  <a:schemeClr val="dk1"/>
                </a:solidFill>
                <a:latin typeface="Tahoma"/>
                <a:ea typeface="Tahoma"/>
                <a:cs typeface="Tahoma"/>
                <a:sym typeface="Tahoma"/>
              </a:defRPr>
            </a:lvl1pPr>
            <a:lvl2pPr marL="914400" marR="0" lvl="1" indent="-326390"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L="1371600" marR="0" lvl="2" indent="-304800"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9pPr>
          </a:lstStyle>
          <a:p>
            <a:endParaRPr/>
          </a:p>
        </p:txBody>
      </p:sp>
      <p:sp>
        <p:nvSpPr>
          <p:cNvPr id="63" name="Google Shape;63;p145"/>
          <p:cNvSpPr txBox="1">
            <a:spLocks noGrp="1"/>
          </p:cNvSpPr>
          <p:nvPr>
            <p:ph type="ftr" idx="11"/>
          </p:nvPr>
        </p:nvSpPr>
        <p:spPr>
          <a:xfrm>
            <a:off x="76200" y="6296025"/>
            <a:ext cx="28956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5"/>
          <p:cNvSpPr txBox="1">
            <a:spLocks noGrp="1"/>
          </p:cNvSpPr>
          <p:nvPr>
            <p:ph type="sldNum" idx="12"/>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章節標題" type="secHead">
  <p:cSld name="SECTION_HEADER">
    <p:spTree>
      <p:nvGrpSpPr>
        <p:cNvPr id="1" name="Shape 65"/>
        <p:cNvGrpSpPr/>
        <p:nvPr/>
      </p:nvGrpSpPr>
      <p:grpSpPr>
        <a:xfrm>
          <a:off x="0" y="0"/>
          <a:ext cx="0" cy="0"/>
          <a:chOff x="0" y="0"/>
          <a:chExt cx="0" cy="0"/>
        </a:xfrm>
      </p:grpSpPr>
      <p:sp>
        <p:nvSpPr>
          <p:cNvPr id="66" name="Google Shape;66;p146"/>
          <p:cNvSpPr txBox="1">
            <a:spLocks noGrp="1"/>
          </p:cNvSpPr>
          <p:nvPr>
            <p:ph type="title"/>
          </p:nvPr>
        </p:nvSpPr>
        <p:spPr>
          <a:xfrm>
            <a:off x="623888" y="1709738"/>
            <a:ext cx="7886700" cy="285273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60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67" name="Google Shape;67;p146"/>
          <p:cNvSpPr txBox="1">
            <a:spLocks noGrp="1"/>
          </p:cNvSpPr>
          <p:nvPr>
            <p:ph type="body" idx="1"/>
          </p:nvPr>
        </p:nvSpPr>
        <p:spPr>
          <a:xfrm>
            <a:off x="623888" y="4589463"/>
            <a:ext cx="7886700" cy="150018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chemeClr val="folHlink"/>
              </a:buClr>
              <a:buSzPts val="1440"/>
              <a:buFont typeface="Noto Sans Symbols"/>
              <a:buNone/>
              <a:defRPr sz="2400" b="0" i="0" u="none" strike="noStrike" cap="none">
                <a:solidFill>
                  <a:schemeClr val="dk1"/>
                </a:solidFill>
                <a:latin typeface="Tahoma"/>
                <a:ea typeface="Tahoma"/>
                <a:cs typeface="Tahoma"/>
                <a:sym typeface="Tahoma"/>
              </a:defRPr>
            </a:lvl1pPr>
            <a:lvl2pPr marL="914400" marR="0" lvl="1" indent="-228600" algn="l" rtl="0">
              <a:spcBef>
                <a:spcPts val="400"/>
              </a:spcBef>
              <a:spcAft>
                <a:spcPts val="0"/>
              </a:spcAft>
              <a:buClr>
                <a:schemeClr val="hlink"/>
              </a:buClr>
              <a:buSzPts val="1100"/>
              <a:buFont typeface="Noto Sans Symbols"/>
              <a:buNone/>
              <a:defRPr sz="2000" b="0" i="0" u="none" strike="noStrike" cap="none">
                <a:solidFill>
                  <a:schemeClr val="dk1"/>
                </a:solidFill>
                <a:latin typeface="Tahoma"/>
                <a:ea typeface="Tahoma"/>
                <a:cs typeface="Tahoma"/>
                <a:sym typeface="Tahoma"/>
              </a:defRPr>
            </a:lvl2pPr>
            <a:lvl3pPr marL="1371600" marR="0" lvl="2" indent="-228600" algn="l" rtl="0">
              <a:spcBef>
                <a:spcPts val="360"/>
              </a:spcBef>
              <a:spcAft>
                <a:spcPts val="0"/>
              </a:spcAft>
              <a:buClr>
                <a:schemeClr val="folHlink"/>
              </a:buClr>
              <a:buSzPts val="900"/>
              <a:buFont typeface="Noto Sans Symbols"/>
              <a:buNone/>
              <a:defRPr sz="1800" b="0" i="0" u="none" strike="noStrike" cap="none">
                <a:solidFill>
                  <a:schemeClr val="dk1"/>
                </a:solidFill>
                <a:latin typeface="Tahoma"/>
                <a:ea typeface="Tahoma"/>
                <a:cs typeface="Tahoma"/>
                <a:sym typeface="Tahoma"/>
              </a:defRPr>
            </a:lvl3pPr>
            <a:lvl4pPr marL="1828800" marR="0" lvl="3" indent="-228600" algn="l" rtl="0">
              <a:spcBef>
                <a:spcPts val="320"/>
              </a:spcBef>
              <a:spcAft>
                <a:spcPts val="0"/>
              </a:spcAft>
              <a:buClr>
                <a:schemeClr val="accent2"/>
              </a:buClr>
              <a:buSzPts val="880"/>
              <a:buFont typeface="Noto Sans Symbols"/>
              <a:buNone/>
              <a:defRPr sz="1600" b="0" i="0" u="none" strike="noStrike" cap="none">
                <a:solidFill>
                  <a:schemeClr val="dk1"/>
                </a:solidFill>
                <a:latin typeface="Tahoma"/>
                <a:ea typeface="Tahoma"/>
                <a:cs typeface="Tahoma"/>
                <a:sym typeface="Tahoma"/>
              </a:defRPr>
            </a:lvl4pPr>
            <a:lvl5pPr marL="2286000" marR="0" lvl="4" indent="-228600" algn="l" rtl="0">
              <a:spcBef>
                <a:spcPts val="320"/>
              </a:spcBef>
              <a:spcAft>
                <a:spcPts val="0"/>
              </a:spcAft>
              <a:buClr>
                <a:schemeClr val="accent1"/>
              </a:buClr>
              <a:buSzPts val="800"/>
              <a:buFont typeface="Noto Sans Symbols"/>
              <a:buNone/>
              <a:defRPr sz="1600" b="0" i="0" u="none" strike="noStrike" cap="none">
                <a:solidFill>
                  <a:schemeClr val="dk1"/>
                </a:solidFill>
                <a:latin typeface="Tahoma"/>
                <a:ea typeface="Tahoma"/>
                <a:cs typeface="Tahoma"/>
                <a:sym typeface="Tahoma"/>
              </a:defRPr>
            </a:lvl5pPr>
            <a:lvl6pPr marL="2743200" marR="0" lvl="5"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Tahoma"/>
                <a:ea typeface="Tahoma"/>
                <a:cs typeface="Tahoma"/>
                <a:sym typeface="Tahoma"/>
              </a:defRPr>
            </a:lvl6pPr>
            <a:lvl7pPr marL="3200400" marR="0" lvl="6"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Tahoma"/>
                <a:ea typeface="Tahoma"/>
                <a:cs typeface="Tahoma"/>
                <a:sym typeface="Tahoma"/>
              </a:defRPr>
            </a:lvl7pPr>
            <a:lvl8pPr marL="3657600" marR="0" lvl="7"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Tahoma"/>
                <a:ea typeface="Tahoma"/>
                <a:cs typeface="Tahoma"/>
                <a:sym typeface="Tahoma"/>
              </a:defRPr>
            </a:lvl8pPr>
            <a:lvl9pPr marL="4114800" marR="0" lvl="8"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Tahoma"/>
                <a:ea typeface="Tahoma"/>
                <a:cs typeface="Tahoma"/>
                <a:sym typeface="Tahoma"/>
              </a:defRPr>
            </a:lvl9pPr>
          </a:lstStyle>
          <a:p>
            <a:endParaRPr/>
          </a:p>
        </p:txBody>
      </p:sp>
      <p:sp>
        <p:nvSpPr>
          <p:cNvPr id="68" name="Google Shape;68;p146"/>
          <p:cNvSpPr txBox="1">
            <a:spLocks noGrp="1"/>
          </p:cNvSpPr>
          <p:nvPr>
            <p:ph type="ftr" idx="11"/>
          </p:nvPr>
        </p:nvSpPr>
        <p:spPr>
          <a:xfrm>
            <a:off x="76200" y="6296025"/>
            <a:ext cx="28956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46"/>
          <p:cNvSpPr txBox="1">
            <a:spLocks noGrp="1"/>
          </p:cNvSpPr>
          <p:nvPr>
            <p:ph type="sldNum" idx="12"/>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標題及物件" type="obj">
  <p:cSld name="OBJECT">
    <p:spTree>
      <p:nvGrpSpPr>
        <p:cNvPr id="1" name="Shape 70"/>
        <p:cNvGrpSpPr/>
        <p:nvPr/>
      </p:nvGrpSpPr>
      <p:grpSpPr>
        <a:xfrm>
          <a:off x="0" y="0"/>
          <a:ext cx="0" cy="0"/>
          <a:chOff x="0" y="0"/>
          <a:chExt cx="0" cy="0"/>
        </a:xfrm>
      </p:grpSpPr>
      <p:sp>
        <p:nvSpPr>
          <p:cNvPr id="71" name="Google Shape;71;p147"/>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72" name="Google Shape;72;p14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folHlink"/>
              </a:buClr>
              <a:buSzPts val="1920"/>
              <a:buFont typeface="Noto Sans Symbols"/>
              <a:buChar char="■"/>
              <a:defRPr sz="3200" b="0" i="0" u="none" strike="noStrike" cap="none">
                <a:solidFill>
                  <a:schemeClr val="dk1"/>
                </a:solidFill>
                <a:latin typeface="Tahoma"/>
                <a:ea typeface="Tahoma"/>
                <a:cs typeface="Tahoma"/>
                <a:sym typeface="Tahoma"/>
              </a:defRPr>
            </a:lvl1pPr>
            <a:lvl2pPr marL="914400" marR="0" lvl="1" indent="-326390"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L="1371600" marR="0" lvl="2" indent="-304800"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9pPr>
          </a:lstStyle>
          <a:p>
            <a:endParaRPr/>
          </a:p>
        </p:txBody>
      </p:sp>
      <p:sp>
        <p:nvSpPr>
          <p:cNvPr id="73" name="Google Shape;73;p147"/>
          <p:cNvSpPr txBox="1">
            <a:spLocks noGrp="1"/>
          </p:cNvSpPr>
          <p:nvPr>
            <p:ph type="ftr" idx="11"/>
          </p:nvPr>
        </p:nvSpPr>
        <p:spPr>
          <a:xfrm>
            <a:off x="76200" y="6296025"/>
            <a:ext cx="28956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47"/>
          <p:cNvSpPr txBox="1">
            <a:spLocks noGrp="1"/>
          </p:cNvSpPr>
          <p:nvPr>
            <p:ph type="sldNum" idx="12"/>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標題及物件" type="obj">
  <p:cSld name="OBJECT">
    <p:spTree>
      <p:nvGrpSpPr>
        <p:cNvPr id="1" name="Shape 127"/>
        <p:cNvGrpSpPr/>
        <p:nvPr/>
      </p:nvGrpSpPr>
      <p:grpSpPr>
        <a:xfrm>
          <a:off x="0" y="0"/>
          <a:ext cx="0" cy="0"/>
          <a:chOff x="0" y="0"/>
          <a:chExt cx="0" cy="0"/>
        </a:xfrm>
      </p:grpSpPr>
      <p:sp>
        <p:nvSpPr>
          <p:cNvPr id="128" name="Google Shape;128;p138"/>
          <p:cNvSpPr txBox="1">
            <a:spLocks noGrp="1"/>
          </p:cNvSpPr>
          <p:nvPr>
            <p:ph type="title"/>
          </p:nvPr>
        </p:nvSpPr>
        <p:spPr>
          <a:xfrm>
            <a:off x="685800" y="152400"/>
            <a:ext cx="6870700"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9" name="Google Shape;129;p138"/>
          <p:cNvSpPr txBox="1">
            <a:spLocks noGrp="1"/>
          </p:cNvSpPr>
          <p:nvPr>
            <p:ph type="body" idx="1"/>
          </p:nvPr>
        </p:nvSpPr>
        <p:spPr>
          <a:xfrm>
            <a:off x="685800" y="1828800"/>
            <a:ext cx="7696200" cy="3657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p138"/>
          <p:cNvSpPr txBox="1">
            <a:spLocks noGrp="1"/>
          </p:cNvSpPr>
          <p:nvPr>
            <p:ph type="dt" idx="10"/>
          </p:nvPr>
        </p:nvSpPr>
        <p:spPr>
          <a:xfrm>
            <a:off x="13716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138"/>
          <p:cNvSpPr txBox="1">
            <a:spLocks noGrp="1"/>
          </p:cNvSpPr>
          <p:nvPr>
            <p:ph type="ftr" idx="1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b="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138"/>
          <p:cNvSpPr txBox="1">
            <a:spLocks noGrp="1"/>
          </p:cNvSpPr>
          <p:nvPr>
            <p:ph type="sldNum" idx="12"/>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1pPr>
            <a:lvl2pPr marL="0" marR="0" lvl="1"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2pPr>
            <a:lvl3pPr marL="0" marR="0" lvl="2"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3pPr>
            <a:lvl4pPr marL="0" marR="0" lvl="3"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4pPr>
            <a:lvl5pPr marL="0" marR="0" lvl="4"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5pPr>
            <a:lvl6pPr marL="0" marR="0" lvl="5"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6pPr>
            <a:lvl7pPr marL="0" marR="0" lvl="6"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7pPr>
            <a:lvl8pPr marL="0" marR="0" lvl="7"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8pPr>
            <a:lvl9pPr marL="0" marR="0" lvl="8"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直排標題及文字" type="vertTitleAndTx">
  <p:cSld name="VERTICAL_TITLE_AND_VERTICAL_TEXT">
    <p:spTree>
      <p:nvGrpSpPr>
        <p:cNvPr id="1" name="Shape 133"/>
        <p:cNvGrpSpPr/>
        <p:nvPr/>
      </p:nvGrpSpPr>
      <p:grpSpPr>
        <a:xfrm>
          <a:off x="0" y="0"/>
          <a:ext cx="0" cy="0"/>
          <a:chOff x="0" y="0"/>
          <a:chExt cx="0" cy="0"/>
        </a:xfrm>
      </p:grpSpPr>
      <p:sp>
        <p:nvSpPr>
          <p:cNvPr id="134" name="Google Shape;134;p148"/>
          <p:cNvSpPr txBox="1">
            <a:spLocks noGrp="1"/>
          </p:cNvSpPr>
          <p:nvPr>
            <p:ph type="title"/>
          </p:nvPr>
        </p:nvSpPr>
        <p:spPr>
          <a:xfrm rot="5400000">
            <a:off x="4752975" y="1857375"/>
            <a:ext cx="5334000" cy="192405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5" name="Google Shape;135;p148"/>
          <p:cNvSpPr txBox="1">
            <a:spLocks noGrp="1"/>
          </p:cNvSpPr>
          <p:nvPr>
            <p:ph type="body" idx="1"/>
          </p:nvPr>
        </p:nvSpPr>
        <p:spPr>
          <a:xfrm rot="5400000">
            <a:off x="828675" y="9525"/>
            <a:ext cx="5334000" cy="561975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6" name="Google Shape;136;p148"/>
          <p:cNvSpPr txBox="1">
            <a:spLocks noGrp="1"/>
          </p:cNvSpPr>
          <p:nvPr>
            <p:ph type="dt" idx="10"/>
          </p:nvPr>
        </p:nvSpPr>
        <p:spPr>
          <a:xfrm>
            <a:off x="13716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p148"/>
          <p:cNvSpPr txBox="1">
            <a:spLocks noGrp="1"/>
          </p:cNvSpPr>
          <p:nvPr>
            <p:ph type="ftr" idx="1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b="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148"/>
          <p:cNvSpPr txBox="1">
            <a:spLocks noGrp="1"/>
          </p:cNvSpPr>
          <p:nvPr>
            <p:ph type="sldNum" idx="12"/>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1pPr>
            <a:lvl2pPr marL="0" marR="0" lvl="1"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2pPr>
            <a:lvl3pPr marL="0" marR="0" lvl="2"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3pPr>
            <a:lvl4pPr marL="0" marR="0" lvl="3"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4pPr>
            <a:lvl5pPr marL="0" marR="0" lvl="4"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5pPr>
            <a:lvl6pPr marL="0" marR="0" lvl="5"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6pPr>
            <a:lvl7pPr marL="0" marR="0" lvl="6"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7pPr>
            <a:lvl8pPr marL="0" marR="0" lvl="7"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8pPr>
            <a:lvl9pPr marL="0" marR="0" lvl="8"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標題及直排文字" type="vertTx">
  <p:cSld name="VERTICAL_TEXT">
    <p:spTree>
      <p:nvGrpSpPr>
        <p:cNvPr id="1" name="Shape 139"/>
        <p:cNvGrpSpPr/>
        <p:nvPr/>
      </p:nvGrpSpPr>
      <p:grpSpPr>
        <a:xfrm>
          <a:off x="0" y="0"/>
          <a:ext cx="0" cy="0"/>
          <a:chOff x="0" y="0"/>
          <a:chExt cx="0" cy="0"/>
        </a:xfrm>
      </p:grpSpPr>
      <p:sp>
        <p:nvSpPr>
          <p:cNvPr id="140" name="Google Shape;140;p149"/>
          <p:cNvSpPr txBox="1">
            <a:spLocks noGrp="1"/>
          </p:cNvSpPr>
          <p:nvPr>
            <p:ph type="title"/>
          </p:nvPr>
        </p:nvSpPr>
        <p:spPr>
          <a:xfrm>
            <a:off x="685800" y="152400"/>
            <a:ext cx="6870700"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1" name="Google Shape;141;p149"/>
          <p:cNvSpPr txBox="1">
            <a:spLocks noGrp="1"/>
          </p:cNvSpPr>
          <p:nvPr>
            <p:ph type="body" idx="1"/>
          </p:nvPr>
        </p:nvSpPr>
        <p:spPr>
          <a:xfrm rot="5400000">
            <a:off x="2705100" y="-190500"/>
            <a:ext cx="3657600" cy="7696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p149"/>
          <p:cNvSpPr txBox="1">
            <a:spLocks noGrp="1"/>
          </p:cNvSpPr>
          <p:nvPr>
            <p:ph type="dt" idx="10"/>
          </p:nvPr>
        </p:nvSpPr>
        <p:spPr>
          <a:xfrm>
            <a:off x="13716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p149"/>
          <p:cNvSpPr txBox="1">
            <a:spLocks noGrp="1"/>
          </p:cNvSpPr>
          <p:nvPr>
            <p:ph type="ftr" idx="1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b="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4" name="Google Shape;144;p149"/>
          <p:cNvSpPr txBox="1">
            <a:spLocks noGrp="1"/>
          </p:cNvSpPr>
          <p:nvPr>
            <p:ph type="sldNum" idx="12"/>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1pPr>
            <a:lvl2pPr marL="0" marR="0" lvl="1"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2pPr>
            <a:lvl3pPr marL="0" marR="0" lvl="2"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3pPr>
            <a:lvl4pPr marL="0" marR="0" lvl="3"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4pPr>
            <a:lvl5pPr marL="0" marR="0" lvl="4"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5pPr>
            <a:lvl6pPr marL="0" marR="0" lvl="5"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6pPr>
            <a:lvl7pPr marL="0" marR="0" lvl="6"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7pPr>
            <a:lvl8pPr marL="0" marR="0" lvl="7"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8pPr>
            <a:lvl9pPr marL="0" marR="0" lvl="8"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含標題的圖片" type="picTx">
  <p:cSld name="PICTURE_WITH_CAPTION_TEXT">
    <p:spTree>
      <p:nvGrpSpPr>
        <p:cNvPr id="1" name="Shape 145"/>
        <p:cNvGrpSpPr/>
        <p:nvPr/>
      </p:nvGrpSpPr>
      <p:grpSpPr>
        <a:xfrm>
          <a:off x="0" y="0"/>
          <a:ext cx="0" cy="0"/>
          <a:chOff x="0" y="0"/>
          <a:chExt cx="0" cy="0"/>
        </a:xfrm>
      </p:grpSpPr>
      <p:sp>
        <p:nvSpPr>
          <p:cNvPr id="146" name="Google Shape;146;p150"/>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7" name="Google Shape;147;p150"/>
          <p:cNvSpPr>
            <a:spLocks noGrp="1"/>
          </p:cNvSpPr>
          <p:nvPr>
            <p:ph type="pic" idx="2"/>
          </p:nvPr>
        </p:nvSpPr>
        <p:spPr>
          <a:xfrm>
            <a:off x="3887788" y="987425"/>
            <a:ext cx="4629150" cy="4873625"/>
          </a:xfrm>
          <a:prstGeom prst="rect">
            <a:avLst/>
          </a:prstGeom>
          <a:noFill/>
          <a:ln>
            <a:noFill/>
          </a:ln>
        </p:spPr>
      </p:sp>
      <p:sp>
        <p:nvSpPr>
          <p:cNvPr id="148" name="Google Shape;148;p150"/>
          <p:cNvSpPr txBox="1">
            <a:spLocks noGrp="1"/>
          </p:cNvSpPr>
          <p:nvPr>
            <p:ph type="body" idx="1"/>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Comic Sans MS"/>
              <a:buNone/>
              <a:defRPr sz="1600"/>
            </a:lvl1pPr>
            <a:lvl2pPr marL="914400" lvl="1" indent="-228600" algn="l">
              <a:spcBef>
                <a:spcPts val="280"/>
              </a:spcBef>
              <a:spcAft>
                <a:spcPts val="0"/>
              </a:spcAft>
              <a:buClr>
                <a:schemeClr val="dk1"/>
              </a:buClr>
              <a:buSzPts val="1400"/>
              <a:buFont typeface="Comic Sans MS"/>
              <a:buNone/>
              <a:defRPr sz="1400"/>
            </a:lvl2pPr>
            <a:lvl3pPr marL="1371600" lvl="2" indent="-228600" algn="l">
              <a:spcBef>
                <a:spcPts val="240"/>
              </a:spcBef>
              <a:spcAft>
                <a:spcPts val="0"/>
              </a:spcAft>
              <a:buClr>
                <a:schemeClr val="dk1"/>
              </a:buClr>
              <a:buSzPts val="1200"/>
              <a:buFont typeface="Comic Sans MS"/>
              <a:buNone/>
              <a:defRPr sz="1200"/>
            </a:lvl3pPr>
            <a:lvl4pPr marL="1828800" lvl="3" indent="-228600" algn="l">
              <a:spcBef>
                <a:spcPts val="200"/>
              </a:spcBef>
              <a:spcAft>
                <a:spcPts val="0"/>
              </a:spcAft>
              <a:buClr>
                <a:schemeClr val="dk1"/>
              </a:buClr>
              <a:buSzPts val="1000"/>
              <a:buFont typeface="Comic Sans MS"/>
              <a:buNone/>
              <a:defRPr sz="1000"/>
            </a:lvl4pPr>
            <a:lvl5pPr marL="2286000" lvl="4" indent="-228600" algn="l">
              <a:spcBef>
                <a:spcPts val="200"/>
              </a:spcBef>
              <a:spcAft>
                <a:spcPts val="0"/>
              </a:spcAft>
              <a:buClr>
                <a:schemeClr val="dk1"/>
              </a:buClr>
              <a:buSzPts val="1000"/>
              <a:buFont typeface="Comic Sans MS"/>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9" name="Google Shape;149;p150"/>
          <p:cNvSpPr txBox="1">
            <a:spLocks noGrp="1"/>
          </p:cNvSpPr>
          <p:nvPr>
            <p:ph type="dt" idx="10"/>
          </p:nvPr>
        </p:nvSpPr>
        <p:spPr>
          <a:xfrm>
            <a:off x="13716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p150"/>
          <p:cNvSpPr txBox="1">
            <a:spLocks noGrp="1"/>
          </p:cNvSpPr>
          <p:nvPr>
            <p:ph type="ftr" idx="1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b="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150"/>
          <p:cNvSpPr txBox="1">
            <a:spLocks noGrp="1"/>
          </p:cNvSpPr>
          <p:nvPr>
            <p:ph type="sldNum" idx="12"/>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1pPr>
            <a:lvl2pPr marL="0" marR="0" lvl="1"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2pPr>
            <a:lvl3pPr marL="0" marR="0" lvl="2"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3pPr>
            <a:lvl4pPr marL="0" marR="0" lvl="3"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4pPr>
            <a:lvl5pPr marL="0" marR="0" lvl="4"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5pPr>
            <a:lvl6pPr marL="0" marR="0" lvl="5"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6pPr>
            <a:lvl7pPr marL="0" marR="0" lvl="6"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7pPr>
            <a:lvl8pPr marL="0" marR="0" lvl="7"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8pPr>
            <a:lvl9pPr marL="0" marR="0" lvl="8"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含標題的內容" type="objTx">
  <p:cSld name="OBJECT_WITH_CAPTION_TEXT">
    <p:spTree>
      <p:nvGrpSpPr>
        <p:cNvPr id="1" name="Shape 152"/>
        <p:cNvGrpSpPr/>
        <p:nvPr/>
      </p:nvGrpSpPr>
      <p:grpSpPr>
        <a:xfrm>
          <a:off x="0" y="0"/>
          <a:ext cx="0" cy="0"/>
          <a:chOff x="0" y="0"/>
          <a:chExt cx="0" cy="0"/>
        </a:xfrm>
      </p:grpSpPr>
      <p:sp>
        <p:nvSpPr>
          <p:cNvPr id="153" name="Google Shape;153;p151"/>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4" name="Google Shape;154;p151"/>
          <p:cNvSpPr txBox="1">
            <a:spLocks noGrp="1"/>
          </p:cNvSpPr>
          <p:nvPr>
            <p:ph type="body" idx="1"/>
          </p:nvPr>
        </p:nvSpPr>
        <p:spPr>
          <a:xfrm>
            <a:off x="3887788" y="987425"/>
            <a:ext cx="4629150" cy="4873625"/>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Comic Sans MS"/>
              <a:buChar char="•"/>
              <a:defRPr sz="3200"/>
            </a:lvl1pPr>
            <a:lvl2pPr marL="914400" lvl="1" indent="-406400" algn="l">
              <a:spcBef>
                <a:spcPts val="560"/>
              </a:spcBef>
              <a:spcAft>
                <a:spcPts val="0"/>
              </a:spcAft>
              <a:buClr>
                <a:schemeClr val="dk1"/>
              </a:buClr>
              <a:buSzPts val="2800"/>
              <a:buFont typeface="Comic Sans MS"/>
              <a:buChar char="–"/>
              <a:defRPr sz="2800"/>
            </a:lvl2pPr>
            <a:lvl3pPr marL="1371600" lvl="2" indent="-381000" algn="l">
              <a:spcBef>
                <a:spcPts val="480"/>
              </a:spcBef>
              <a:spcAft>
                <a:spcPts val="0"/>
              </a:spcAft>
              <a:buClr>
                <a:schemeClr val="dk1"/>
              </a:buClr>
              <a:buSzPts val="2400"/>
              <a:buFont typeface="Comic Sans MS"/>
              <a:buChar char="•"/>
              <a:defRPr sz="2400"/>
            </a:lvl3pPr>
            <a:lvl4pPr marL="1828800" lvl="3" indent="-355600" algn="l">
              <a:spcBef>
                <a:spcPts val="400"/>
              </a:spcBef>
              <a:spcAft>
                <a:spcPts val="0"/>
              </a:spcAft>
              <a:buClr>
                <a:schemeClr val="dk1"/>
              </a:buClr>
              <a:buSzPts val="2000"/>
              <a:buFont typeface="Comic Sans MS"/>
              <a:buChar char="–"/>
              <a:defRPr sz="2000"/>
            </a:lvl4pPr>
            <a:lvl5pPr marL="2286000" lvl="4" indent="-355600" algn="l">
              <a:spcBef>
                <a:spcPts val="400"/>
              </a:spcBef>
              <a:spcAft>
                <a:spcPts val="0"/>
              </a:spcAft>
              <a:buClr>
                <a:schemeClr val="dk1"/>
              </a:buClr>
              <a:buSzPts val="2000"/>
              <a:buFont typeface="Comic Sans MS"/>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55" name="Google Shape;155;p151"/>
          <p:cNvSpPr txBox="1">
            <a:spLocks noGrp="1"/>
          </p:cNvSpPr>
          <p:nvPr>
            <p:ph type="body" idx="2"/>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Comic Sans MS"/>
              <a:buNone/>
              <a:defRPr sz="1600"/>
            </a:lvl1pPr>
            <a:lvl2pPr marL="914400" lvl="1" indent="-228600" algn="l">
              <a:spcBef>
                <a:spcPts val="280"/>
              </a:spcBef>
              <a:spcAft>
                <a:spcPts val="0"/>
              </a:spcAft>
              <a:buClr>
                <a:schemeClr val="dk1"/>
              </a:buClr>
              <a:buSzPts val="1400"/>
              <a:buFont typeface="Comic Sans MS"/>
              <a:buNone/>
              <a:defRPr sz="1400"/>
            </a:lvl2pPr>
            <a:lvl3pPr marL="1371600" lvl="2" indent="-228600" algn="l">
              <a:spcBef>
                <a:spcPts val="240"/>
              </a:spcBef>
              <a:spcAft>
                <a:spcPts val="0"/>
              </a:spcAft>
              <a:buClr>
                <a:schemeClr val="dk1"/>
              </a:buClr>
              <a:buSzPts val="1200"/>
              <a:buFont typeface="Comic Sans MS"/>
              <a:buNone/>
              <a:defRPr sz="1200"/>
            </a:lvl3pPr>
            <a:lvl4pPr marL="1828800" lvl="3" indent="-228600" algn="l">
              <a:spcBef>
                <a:spcPts val="200"/>
              </a:spcBef>
              <a:spcAft>
                <a:spcPts val="0"/>
              </a:spcAft>
              <a:buClr>
                <a:schemeClr val="dk1"/>
              </a:buClr>
              <a:buSzPts val="1000"/>
              <a:buFont typeface="Comic Sans MS"/>
              <a:buNone/>
              <a:defRPr sz="1000"/>
            </a:lvl4pPr>
            <a:lvl5pPr marL="2286000" lvl="4" indent="-228600" algn="l">
              <a:spcBef>
                <a:spcPts val="200"/>
              </a:spcBef>
              <a:spcAft>
                <a:spcPts val="0"/>
              </a:spcAft>
              <a:buClr>
                <a:schemeClr val="dk1"/>
              </a:buClr>
              <a:buSzPts val="1000"/>
              <a:buFont typeface="Comic Sans MS"/>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6" name="Google Shape;156;p151"/>
          <p:cNvSpPr txBox="1">
            <a:spLocks noGrp="1"/>
          </p:cNvSpPr>
          <p:nvPr>
            <p:ph type="dt" idx="10"/>
          </p:nvPr>
        </p:nvSpPr>
        <p:spPr>
          <a:xfrm>
            <a:off x="13716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7" name="Google Shape;157;p151"/>
          <p:cNvSpPr txBox="1">
            <a:spLocks noGrp="1"/>
          </p:cNvSpPr>
          <p:nvPr>
            <p:ph type="ftr" idx="1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b="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8" name="Google Shape;158;p151"/>
          <p:cNvSpPr txBox="1">
            <a:spLocks noGrp="1"/>
          </p:cNvSpPr>
          <p:nvPr>
            <p:ph type="sldNum" idx="12"/>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1pPr>
            <a:lvl2pPr marL="0" marR="0" lvl="1"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2pPr>
            <a:lvl3pPr marL="0" marR="0" lvl="2"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3pPr>
            <a:lvl4pPr marL="0" marR="0" lvl="3"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4pPr>
            <a:lvl5pPr marL="0" marR="0" lvl="4"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5pPr>
            <a:lvl6pPr marL="0" marR="0" lvl="5"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6pPr>
            <a:lvl7pPr marL="0" marR="0" lvl="6"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7pPr>
            <a:lvl8pPr marL="0" marR="0" lvl="7"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8pPr>
            <a:lvl9pPr marL="0" marR="0" lvl="8"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159"/>
        <p:cNvGrpSpPr/>
        <p:nvPr/>
      </p:nvGrpSpPr>
      <p:grpSpPr>
        <a:xfrm>
          <a:off x="0" y="0"/>
          <a:ext cx="0" cy="0"/>
          <a:chOff x="0" y="0"/>
          <a:chExt cx="0" cy="0"/>
        </a:xfrm>
      </p:grpSpPr>
      <p:sp>
        <p:nvSpPr>
          <p:cNvPr id="160" name="Google Shape;160;p152"/>
          <p:cNvSpPr txBox="1">
            <a:spLocks noGrp="1"/>
          </p:cNvSpPr>
          <p:nvPr>
            <p:ph type="dt" idx="10"/>
          </p:nvPr>
        </p:nvSpPr>
        <p:spPr>
          <a:xfrm>
            <a:off x="13716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152"/>
          <p:cNvSpPr txBox="1">
            <a:spLocks noGrp="1"/>
          </p:cNvSpPr>
          <p:nvPr>
            <p:ph type="ftr" idx="1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b="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152"/>
          <p:cNvSpPr txBox="1">
            <a:spLocks noGrp="1"/>
          </p:cNvSpPr>
          <p:nvPr>
            <p:ph type="sldNum" idx="12"/>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1pPr>
            <a:lvl2pPr marL="0" marR="0" lvl="1"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2pPr>
            <a:lvl3pPr marL="0" marR="0" lvl="2"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3pPr>
            <a:lvl4pPr marL="0" marR="0" lvl="3"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4pPr>
            <a:lvl5pPr marL="0" marR="0" lvl="4"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5pPr>
            <a:lvl6pPr marL="0" marR="0" lvl="5"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6pPr>
            <a:lvl7pPr marL="0" marR="0" lvl="6"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7pPr>
            <a:lvl8pPr marL="0" marR="0" lvl="7"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8pPr>
            <a:lvl9pPr marL="0" marR="0" lvl="8"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只有標題" type="titleOnly">
  <p:cSld name="TITLE_ONLY">
    <p:spTree>
      <p:nvGrpSpPr>
        <p:cNvPr id="1" name="Shape 163"/>
        <p:cNvGrpSpPr/>
        <p:nvPr/>
      </p:nvGrpSpPr>
      <p:grpSpPr>
        <a:xfrm>
          <a:off x="0" y="0"/>
          <a:ext cx="0" cy="0"/>
          <a:chOff x="0" y="0"/>
          <a:chExt cx="0" cy="0"/>
        </a:xfrm>
      </p:grpSpPr>
      <p:sp>
        <p:nvSpPr>
          <p:cNvPr id="164" name="Google Shape;164;p153"/>
          <p:cNvSpPr txBox="1">
            <a:spLocks noGrp="1"/>
          </p:cNvSpPr>
          <p:nvPr>
            <p:ph type="title"/>
          </p:nvPr>
        </p:nvSpPr>
        <p:spPr>
          <a:xfrm>
            <a:off x="685800" y="152400"/>
            <a:ext cx="6870700"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5" name="Google Shape;165;p153"/>
          <p:cNvSpPr txBox="1">
            <a:spLocks noGrp="1"/>
          </p:cNvSpPr>
          <p:nvPr>
            <p:ph type="dt" idx="10"/>
          </p:nvPr>
        </p:nvSpPr>
        <p:spPr>
          <a:xfrm>
            <a:off x="13716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p153"/>
          <p:cNvSpPr txBox="1">
            <a:spLocks noGrp="1"/>
          </p:cNvSpPr>
          <p:nvPr>
            <p:ph type="ftr" idx="1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b="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7" name="Google Shape;167;p153"/>
          <p:cNvSpPr txBox="1">
            <a:spLocks noGrp="1"/>
          </p:cNvSpPr>
          <p:nvPr>
            <p:ph type="sldNum" idx="12"/>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1pPr>
            <a:lvl2pPr marL="0" marR="0" lvl="1"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2pPr>
            <a:lvl3pPr marL="0" marR="0" lvl="2"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3pPr>
            <a:lvl4pPr marL="0" marR="0" lvl="3"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4pPr>
            <a:lvl5pPr marL="0" marR="0" lvl="4"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5pPr>
            <a:lvl6pPr marL="0" marR="0" lvl="5"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6pPr>
            <a:lvl7pPr marL="0" marR="0" lvl="6"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7pPr>
            <a:lvl8pPr marL="0" marR="0" lvl="7"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8pPr>
            <a:lvl9pPr marL="0" marR="0" lvl="8"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比對" type="twoTxTwoObj">
  <p:cSld name="TWO_OBJECTS_WITH_TEXT">
    <p:spTree>
      <p:nvGrpSpPr>
        <p:cNvPr id="1" name="Shape 168"/>
        <p:cNvGrpSpPr/>
        <p:nvPr/>
      </p:nvGrpSpPr>
      <p:grpSpPr>
        <a:xfrm>
          <a:off x="0" y="0"/>
          <a:ext cx="0" cy="0"/>
          <a:chOff x="0" y="0"/>
          <a:chExt cx="0" cy="0"/>
        </a:xfrm>
      </p:grpSpPr>
      <p:sp>
        <p:nvSpPr>
          <p:cNvPr id="169" name="Google Shape;169;p154"/>
          <p:cNvSpPr txBox="1">
            <a:spLocks noGrp="1"/>
          </p:cNvSpPr>
          <p:nvPr>
            <p:ph type="title"/>
          </p:nvPr>
        </p:nvSpPr>
        <p:spPr>
          <a:xfrm>
            <a:off x="630238" y="365125"/>
            <a:ext cx="7886700" cy="1325563"/>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0" name="Google Shape;170;p154"/>
          <p:cNvSpPr txBox="1">
            <a:spLocks noGrp="1"/>
          </p:cNvSpPr>
          <p:nvPr>
            <p:ph type="body" idx="1"/>
          </p:nvPr>
        </p:nvSpPr>
        <p:spPr>
          <a:xfrm>
            <a:off x="630238" y="1681163"/>
            <a:ext cx="3868737"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Comic Sans MS"/>
              <a:buNone/>
              <a:defRPr sz="2400" b="1"/>
            </a:lvl1pPr>
            <a:lvl2pPr marL="914400" lvl="1" indent="-228600" algn="l">
              <a:spcBef>
                <a:spcPts val="400"/>
              </a:spcBef>
              <a:spcAft>
                <a:spcPts val="0"/>
              </a:spcAft>
              <a:buClr>
                <a:schemeClr val="dk1"/>
              </a:buClr>
              <a:buSzPts val="2000"/>
              <a:buFont typeface="Comic Sans MS"/>
              <a:buNone/>
              <a:defRPr sz="2000" b="1"/>
            </a:lvl2pPr>
            <a:lvl3pPr marL="1371600" lvl="2" indent="-228600" algn="l">
              <a:spcBef>
                <a:spcPts val="360"/>
              </a:spcBef>
              <a:spcAft>
                <a:spcPts val="0"/>
              </a:spcAft>
              <a:buClr>
                <a:schemeClr val="dk1"/>
              </a:buClr>
              <a:buSzPts val="1800"/>
              <a:buFont typeface="Comic Sans MS"/>
              <a:buNone/>
              <a:defRPr sz="1800" b="1"/>
            </a:lvl3pPr>
            <a:lvl4pPr marL="1828800" lvl="3" indent="-228600" algn="l">
              <a:spcBef>
                <a:spcPts val="320"/>
              </a:spcBef>
              <a:spcAft>
                <a:spcPts val="0"/>
              </a:spcAft>
              <a:buClr>
                <a:schemeClr val="dk1"/>
              </a:buClr>
              <a:buSzPts val="1600"/>
              <a:buFont typeface="Comic Sans MS"/>
              <a:buNone/>
              <a:defRPr sz="1600" b="1"/>
            </a:lvl4pPr>
            <a:lvl5pPr marL="2286000" lvl="4" indent="-228600" algn="l">
              <a:spcBef>
                <a:spcPts val="320"/>
              </a:spcBef>
              <a:spcAft>
                <a:spcPts val="0"/>
              </a:spcAft>
              <a:buClr>
                <a:schemeClr val="dk1"/>
              </a:buClr>
              <a:buSzPts val="1600"/>
              <a:buFont typeface="Comic Sans MS"/>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71" name="Google Shape;171;p154"/>
          <p:cNvSpPr txBox="1">
            <a:spLocks noGrp="1"/>
          </p:cNvSpPr>
          <p:nvPr>
            <p:ph type="body" idx="2"/>
          </p:nvPr>
        </p:nvSpPr>
        <p:spPr>
          <a:xfrm>
            <a:off x="630238" y="2505075"/>
            <a:ext cx="3868737"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2" name="Google Shape;172;p154"/>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Comic Sans MS"/>
              <a:buNone/>
              <a:defRPr sz="2400" b="1"/>
            </a:lvl1pPr>
            <a:lvl2pPr marL="914400" lvl="1" indent="-228600" algn="l">
              <a:spcBef>
                <a:spcPts val="400"/>
              </a:spcBef>
              <a:spcAft>
                <a:spcPts val="0"/>
              </a:spcAft>
              <a:buClr>
                <a:schemeClr val="dk1"/>
              </a:buClr>
              <a:buSzPts val="2000"/>
              <a:buFont typeface="Comic Sans MS"/>
              <a:buNone/>
              <a:defRPr sz="2000" b="1"/>
            </a:lvl2pPr>
            <a:lvl3pPr marL="1371600" lvl="2" indent="-228600" algn="l">
              <a:spcBef>
                <a:spcPts val="360"/>
              </a:spcBef>
              <a:spcAft>
                <a:spcPts val="0"/>
              </a:spcAft>
              <a:buClr>
                <a:schemeClr val="dk1"/>
              </a:buClr>
              <a:buSzPts val="1800"/>
              <a:buFont typeface="Comic Sans MS"/>
              <a:buNone/>
              <a:defRPr sz="1800" b="1"/>
            </a:lvl3pPr>
            <a:lvl4pPr marL="1828800" lvl="3" indent="-228600" algn="l">
              <a:spcBef>
                <a:spcPts val="320"/>
              </a:spcBef>
              <a:spcAft>
                <a:spcPts val="0"/>
              </a:spcAft>
              <a:buClr>
                <a:schemeClr val="dk1"/>
              </a:buClr>
              <a:buSzPts val="1600"/>
              <a:buFont typeface="Comic Sans MS"/>
              <a:buNone/>
              <a:defRPr sz="1600" b="1"/>
            </a:lvl4pPr>
            <a:lvl5pPr marL="2286000" lvl="4" indent="-228600" algn="l">
              <a:spcBef>
                <a:spcPts val="320"/>
              </a:spcBef>
              <a:spcAft>
                <a:spcPts val="0"/>
              </a:spcAft>
              <a:buClr>
                <a:schemeClr val="dk1"/>
              </a:buClr>
              <a:buSzPts val="1600"/>
              <a:buFont typeface="Comic Sans MS"/>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73" name="Google Shape;173;p154"/>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4" name="Google Shape;174;p154"/>
          <p:cNvSpPr txBox="1">
            <a:spLocks noGrp="1"/>
          </p:cNvSpPr>
          <p:nvPr>
            <p:ph type="dt" idx="10"/>
          </p:nvPr>
        </p:nvSpPr>
        <p:spPr>
          <a:xfrm>
            <a:off x="13716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5" name="Google Shape;175;p154"/>
          <p:cNvSpPr txBox="1">
            <a:spLocks noGrp="1"/>
          </p:cNvSpPr>
          <p:nvPr>
            <p:ph type="ftr" idx="1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b="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6" name="Google Shape;176;p154"/>
          <p:cNvSpPr txBox="1">
            <a:spLocks noGrp="1"/>
          </p:cNvSpPr>
          <p:nvPr>
            <p:ph type="sldNum" idx="12"/>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1pPr>
            <a:lvl2pPr marL="0" marR="0" lvl="1"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2pPr>
            <a:lvl3pPr marL="0" marR="0" lvl="2"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3pPr>
            <a:lvl4pPr marL="0" marR="0" lvl="3"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4pPr>
            <a:lvl5pPr marL="0" marR="0" lvl="4"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5pPr>
            <a:lvl6pPr marL="0" marR="0" lvl="5"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6pPr>
            <a:lvl7pPr marL="0" marR="0" lvl="6"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7pPr>
            <a:lvl8pPr marL="0" marR="0" lvl="7"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8pPr>
            <a:lvl9pPr marL="0" marR="0" lvl="8"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兩項物件" type="twoObj">
  <p:cSld name="TWO_OBJECTS">
    <p:spTree>
      <p:nvGrpSpPr>
        <p:cNvPr id="1" name="Shape 177"/>
        <p:cNvGrpSpPr/>
        <p:nvPr/>
      </p:nvGrpSpPr>
      <p:grpSpPr>
        <a:xfrm>
          <a:off x="0" y="0"/>
          <a:ext cx="0" cy="0"/>
          <a:chOff x="0" y="0"/>
          <a:chExt cx="0" cy="0"/>
        </a:xfrm>
      </p:grpSpPr>
      <p:sp>
        <p:nvSpPr>
          <p:cNvPr id="178" name="Google Shape;178;p155"/>
          <p:cNvSpPr txBox="1">
            <a:spLocks noGrp="1"/>
          </p:cNvSpPr>
          <p:nvPr>
            <p:ph type="title"/>
          </p:nvPr>
        </p:nvSpPr>
        <p:spPr>
          <a:xfrm>
            <a:off x="685800" y="152400"/>
            <a:ext cx="6870700"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9" name="Google Shape;179;p155"/>
          <p:cNvSpPr txBox="1">
            <a:spLocks noGrp="1"/>
          </p:cNvSpPr>
          <p:nvPr>
            <p:ph type="body" idx="1"/>
          </p:nvPr>
        </p:nvSpPr>
        <p:spPr>
          <a:xfrm>
            <a:off x="685800" y="1828800"/>
            <a:ext cx="3771900" cy="3657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0" name="Google Shape;180;p155"/>
          <p:cNvSpPr txBox="1">
            <a:spLocks noGrp="1"/>
          </p:cNvSpPr>
          <p:nvPr>
            <p:ph type="body" idx="2"/>
          </p:nvPr>
        </p:nvSpPr>
        <p:spPr>
          <a:xfrm>
            <a:off x="4610100" y="1828800"/>
            <a:ext cx="3771900" cy="3657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1" name="Google Shape;181;p155"/>
          <p:cNvSpPr txBox="1">
            <a:spLocks noGrp="1"/>
          </p:cNvSpPr>
          <p:nvPr>
            <p:ph type="dt" idx="10"/>
          </p:nvPr>
        </p:nvSpPr>
        <p:spPr>
          <a:xfrm>
            <a:off x="13716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2" name="Google Shape;182;p155"/>
          <p:cNvSpPr txBox="1">
            <a:spLocks noGrp="1"/>
          </p:cNvSpPr>
          <p:nvPr>
            <p:ph type="ftr" idx="1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b="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3" name="Google Shape;183;p155"/>
          <p:cNvSpPr txBox="1">
            <a:spLocks noGrp="1"/>
          </p:cNvSpPr>
          <p:nvPr>
            <p:ph type="sldNum" idx="12"/>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1pPr>
            <a:lvl2pPr marL="0" marR="0" lvl="1"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2pPr>
            <a:lvl3pPr marL="0" marR="0" lvl="2"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3pPr>
            <a:lvl4pPr marL="0" marR="0" lvl="3"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4pPr>
            <a:lvl5pPr marL="0" marR="0" lvl="4"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5pPr>
            <a:lvl6pPr marL="0" marR="0" lvl="5"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6pPr>
            <a:lvl7pPr marL="0" marR="0" lvl="6"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7pPr>
            <a:lvl8pPr marL="0" marR="0" lvl="7"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8pPr>
            <a:lvl9pPr marL="0" marR="0" lvl="8"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章節標題" type="secHead">
  <p:cSld name="SECTION_HEADER">
    <p:spTree>
      <p:nvGrpSpPr>
        <p:cNvPr id="1" name="Shape 184"/>
        <p:cNvGrpSpPr/>
        <p:nvPr/>
      </p:nvGrpSpPr>
      <p:grpSpPr>
        <a:xfrm>
          <a:off x="0" y="0"/>
          <a:ext cx="0" cy="0"/>
          <a:chOff x="0" y="0"/>
          <a:chExt cx="0" cy="0"/>
        </a:xfrm>
      </p:grpSpPr>
      <p:sp>
        <p:nvSpPr>
          <p:cNvPr id="185" name="Google Shape;185;p156"/>
          <p:cNvSpPr txBox="1">
            <a:spLocks noGrp="1"/>
          </p:cNvSpPr>
          <p:nvPr>
            <p:ph type="title"/>
          </p:nvPr>
        </p:nvSpPr>
        <p:spPr>
          <a:xfrm>
            <a:off x="623888" y="1709738"/>
            <a:ext cx="7886700" cy="2852737"/>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6" name="Google Shape;186;p156"/>
          <p:cNvSpPr txBox="1">
            <a:spLocks noGrp="1"/>
          </p:cNvSpPr>
          <p:nvPr>
            <p:ph type="body" idx="1"/>
          </p:nvPr>
        </p:nvSpPr>
        <p:spPr>
          <a:xfrm>
            <a:off x="623888" y="4589463"/>
            <a:ext cx="7886700" cy="1500187"/>
          </a:xfrm>
          <a:prstGeom prst="rect">
            <a:avLst/>
          </a:prstGeom>
          <a:noFill/>
          <a:ln>
            <a:noFill/>
          </a:ln>
        </p:spPr>
        <p:txBody>
          <a:bodyPr spcFirstLastPara="1" wrap="square" lIns="91425" tIns="45700" rIns="91425" bIns="45700" anchor="t" anchorCtr="0">
            <a:noAutofit/>
          </a:bodyPr>
          <a:lstStyle>
            <a:lvl1pPr marL="457200" lvl="0" indent="-228600" algn="l">
              <a:spcBef>
                <a:spcPts val="480"/>
              </a:spcBef>
              <a:spcAft>
                <a:spcPts val="0"/>
              </a:spcAft>
              <a:buClr>
                <a:schemeClr val="dk1"/>
              </a:buClr>
              <a:buSzPts val="2400"/>
              <a:buFont typeface="Comic Sans MS"/>
              <a:buNone/>
              <a:defRPr sz="2400"/>
            </a:lvl1pPr>
            <a:lvl2pPr marL="914400" lvl="1" indent="-228600" algn="l">
              <a:spcBef>
                <a:spcPts val="400"/>
              </a:spcBef>
              <a:spcAft>
                <a:spcPts val="0"/>
              </a:spcAft>
              <a:buClr>
                <a:schemeClr val="dk1"/>
              </a:buClr>
              <a:buSzPts val="2000"/>
              <a:buFont typeface="Comic Sans MS"/>
              <a:buNone/>
              <a:defRPr sz="2000"/>
            </a:lvl2pPr>
            <a:lvl3pPr marL="1371600" lvl="2" indent="-228600" algn="l">
              <a:spcBef>
                <a:spcPts val="360"/>
              </a:spcBef>
              <a:spcAft>
                <a:spcPts val="0"/>
              </a:spcAft>
              <a:buClr>
                <a:schemeClr val="dk1"/>
              </a:buClr>
              <a:buSzPts val="1800"/>
              <a:buFont typeface="Comic Sans MS"/>
              <a:buNone/>
              <a:defRPr sz="1800"/>
            </a:lvl3pPr>
            <a:lvl4pPr marL="1828800" lvl="3" indent="-228600" algn="l">
              <a:spcBef>
                <a:spcPts val="320"/>
              </a:spcBef>
              <a:spcAft>
                <a:spcPts val="0"/>
              </a:spcAft>
              <a:buClr>
                <a:schemeClr val="dk1"/>
              </a:buClr>
              <a:buSzPts val="1600"/>
              <a:buFont typeface="Comic Sans MS"/>
              <a:buNone/>
              <a:defRPr sz="1600"/>
            </a:lvl4pPr>
            <a:lvl5pPr marL="2286000" lvl="4" indent="-228600" algn="l">
              <a:spcBef>
                <a:spcPts val="320"/>
              </a:spcBef>
              <a:spcAft>
                <a:spcPts val="0"/>
              </a:spcAft>
              <a:buClr>
                <a:schemeClr val="dk1"/>
              </a:buClr>
              <a:buSzPts val="1600"/>
              <a:buFont typeface="Comic Sans MS"/>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187" name="Google Shape;187;p156"/>
          <p:cNvSpPr txBox="1">
            <a:spLocks noGrp="1"/>
          </p:cNvSpPr>
          <p:nvPr>
            <p:ph type="dt" idx="10"/>
          </p:nvPr>
        </p:nvSpPr>
        <p:spPr>
          <a:xfrm>
            <a:off x="13716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8" name="Google Shape;188;p156"/>
          <p:cNvSpPr txBox="1">
            <a:spLocks noGrp="1"/>
          </p:cNvSpPr>
          <p:nvPr>
            <p:ph type="ftr" idx="1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b="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9" name="Google Shape;189;p156"/>
          <p:cNvSpPr txBox="1">
            <a:spLocks noGrp="1"/>
          </p:cNvSpPr>
          <p:nvPr>
            <p:ph type="sldNum" idx="12"/>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1pPr>
            <a:lvl2pPr marL="0" marR="0" lvl="1"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2pPr>
            <a:lvl3pPr marL="0" marR="0" lvl="2"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3pPr>
            <a:lvl4pPr marL="0" marR="0" lvl="3"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4pPr>
            <a:lvl5pPr marL="0" marR="0" lvl="4"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5pPr>
            <a:lvl6pPr marL="0" marR="0" lvl="5"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6pPr>
            <a:lvl7pPr marL="0" marR="0" lvl="6"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7pPr>
            <a:lvl8pPr marL="0" marR="0" lvl="7"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8pPr>
            <a:lvl9pPr marL="0" marR="0" lvl="8"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標題投影片" type="title">
  <p:cSld name="TITLE">
    <p:spTree>
      <p:nvGrpSpPr>
        <p:cNvPr id="1" name="Shape 206"/>
        <p:cNvGrpSpPr/>
        <p:nvPr/>
      </p:nvGrpSpPr>
      <p:grpSpPr>
        <a:xfrm>
          <a:off x="0" y="0"/>
          <a:ext cx="0" cy="0"/>
          <a:chOff x="0" y="0"/>
          <a:chExt cx="0" cy="0"/>
        </a:xfrm>
      </p:grpSpPr>
      <p:sp>
        <p:nvSpPr>
          <p:cNvPr id="207" name="Google Shape;207;p158"/>
          <p:cNvSpPr txBox="1">
            <a:spLocks noGrp="1"/>
          </p:cNvSpPr>
          <p:nvPr>
            <p:ph type="ctrTitle"/>
          </p:nvPr>
        </p:nvSpPr>
        <p:spPr>
          <a:xfrm>
            <a:off x="990600" y="1676400"/>
            <a:ext cx="7772400" cy="146208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208" name="Google Shape;208;p15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marR="0" lvl="0" algn="ctr" rtl="0">
              <a:spcBef>
                <a:spcPts val="640"/>
              </a:spcBef>
              <a:spcAft>
                <a:spcPts val="0"/>
              </a:spcAft>
              <a:buClr>
                <a:schemeClr val="folHlink"/>
              </a:buClr>
              <a:buSzPts val="1920"/>
              <a:buFont typeface="Noto Sans Symbols"/>
              <a:buNone/>
              <a:defRPr sz="3200" b="0" i="0" u="none" strike="noStrike" cap="none">
                <a:solidFill>
                  <a:schemeClr val="dk1"/>
                </a:solidFill>
                <a:latin typeface="Tahoma"/>
                <a:ea typeface="Tahoma"/>
                <a:cs typeface="Tahoma"/>
                <a:sym typeface="Tahoma"/>
              </a:defRPr>
            </a:lvl1pPr>
            <a:lvl2pPr marR="0" lvl="1"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R="0" lvl="2"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R="0" lvl="3"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R="0" lvl="4"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9pPr>
          </a:lstStyle>
          <a:p>
            <a:endParaRPr/>
          </a:p>
        </p:txBody>
      </p:sp>
      <p:sp>
        <p:nvSpPr>
          <p:cNvPr id="209" name="Google Shape;209;p158"/>
          <p:cNvSpPr txBox="1">
            <a:spLocks noGrp="1"/>
          </p:cNvSpPr>
          <p:nvPr>
            <p:ph type="dt" idx="10"/>
          </p:nvPr>
        </p:nvSpPr>
        <p:spPr>
          <a:xfrm>
            <a:off x="990600" y="6248400"/>
            <a:ext cx="19050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0" name="Google Shape;210;p158"/>
          <p:cNvSpPr txBox="1">
            <a:spLocks noGrp="1"/>
          </p:cNvSpPr>
          <p:nvPr>
            <p:ph type="ftr" idx="11"/>
          </p:nvPr>
        </p:nvSpPr>
        <p:spPr>
          <a:xfrm>
            <a:off x="3429000" y="6248400"/>
            <a:ext cx="28956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b="0">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1" name="Google Shape;211;p158"/>
          <p:cNvSpPr txBox="1">
            <a:spLocks noGrp="1"/>
          </p:cNvSpPr>
          <p:nvPr>
            <p:ph type="sldNum" idx="12"/>
          </p:nvPr>
        </p:nvSpPr>
        <p:spPr>
          <a:xfrm>
            <a:off x="68580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1pPr>
            <a:lvl2pPr marL="0" marR="0" lvl="1" indent="0" algn="r">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2pPr>
            <a:lvl3pPr marL="0" marR="0" lvl="2" indent="0" algn="r">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3pPr>
            <a:lvl4pPr marL="0" marR="0" lvl="3" indent="0" algn="r">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4pPr>
            <a:lvl5pPr marL="0" marR="0" lvl="4" indent="0" algn="r">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5pPr>
            <a:lvl6pPr marL="0" marR="0" lvl="5" indent="0" algn="r">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6pPr>
            <a:lvl7pPr marL="0" marR="0" lvl="6" indent="0" algn="r">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7pPr>
            <a:lvl8pPr marL="0" marR="0" lvl="7" indent="0" algn="r">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8pPr>
            <a:lvl9pPr marL="0" marR="0" lvl="8" indent="0" algn="r">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標題投影片" type="title">
  <p:cSld name="TITLE">
    <p:spTree>
      <p:nvGrpSpPr>
        <p:cNvPr id="1" name="Shape 243"/>
        <p:cNvGrpSpPr/>
        <p:nvPr/>
      </p:nvGrpSpPr>
      <p:grpSpPr>
        <a:xfrm>
          <a:off x="0" y="0"/>
          <a:ext cx="0" cy="0"/>
          <a:chOff x="0" y="0"/>
          <a:chExt cx="0" cy="0"/>
        </a:xfrm>
      </p:grpSpPr>
      <p:sp>
        <p:nvSpPr>
          <p:cNvPr id="244" name="Google Shape;244;p160"/>
          <p:cNvSpPr txBox="1">
            <a:spLocks noGrp="1"/>
          </p:cNvSpPr>
          <p:nvPr>
            <p:ph type="ctrTitle"/>
          </p:nvPr>
        </p:nvSpPr>
        <p:spPr>
          <a:xfrm>
            <a:off x="1371600" y="1511300"/>
            <a:ext cx="6400800" cy="2273300"/>
          </a:xfrm>
          <a:prstGeom prst="rect">
            <a:avLst/>
          </a:prstGeom>
          <a:noFill/>
          <a:ln>
            <a:noFill/>
          </a:ln>
          <a:effectLst>
            <a:outerShdw dist="45791" dir="2021404" algn="ctr" rotWithShape="0">
              <a:schemeClr val="lt2"/>
            </a:outerShdw>
          </a:effectLst>
        </p:spPr>
        <p:txBody>
          <a:bodyPr spcFirstLastPara="1" wrap="square" lIns="91425" tIns="45700" rIns="91425" bIns="45700" anchor="b" anchorCtr="0">
            <a:noAutofit/>
          </a:bodyPr>
          <a:lstStyle>
            <a:lvl1pPr lvl="0" algn="ctr">
              <a:spcBef>
                <a:spcPts val="0"/>
              </a:spcBef>
              <a:spcAft>
                <a:spcPts val="0"/>
              </a:spcAft>
              <a:buSzPts val="1400"/>
              <a:buNone/>
              <a:defRPr>
                <a:solidFill>
                  <a:schemeClr val="dk2"/>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45" name="Google Shape;245;p160"/>
          <p:cNvSpPr txBox="1">
            <a:spLocks noGrp="1"/>
          </p:cNvSpPr>
          <p:nvPr>
            <p:ph type="subTitle" idx="1"/>
          </p:nvPr>
        </p:nvSpPr>
        <p:spPr>
          <a:xfrm>
            <a:off x="1549400" y="4051300"/>
            <a:ext cx="6032500" cy="1003300"/>
          </a:xfrm>
          <a:prstGeom prst="rect">
            <a:avLst/>
          </a:prstGeom>
          <a:noFill/>
          <a:ln>
            <a:noFill/>
          </a:ln>
        </p:spPr>
        <p:txBody>
          <a:bodyPr spcFirstLastPara="1" wrap="square" lIns="91425" tIns="45700" rIns="91425" bIns="45700" anchor="t" anchorCtr="0">
            <a:noAutofit/>
          </a:bodyPr>
          <a:lstStyle>
            <a:lvl1pPr lvl="0" algn="ctr">
              <a:spcBef>
                <a:spcPts val="560"/>
              </a:spcBef>
              <a:spcAft>
                <a:spcPts val="0"/>
              </a:spcAft>
              <a:buClr>
                <a:schemeClr val="dk1"/>
              </a:buClr>
              <a:buSzPts val="2800"/>
              <a:buFont typeface="Comic Sans MS"/>
              <a:buNone/>
              <a:defRPr sz="2800"/>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246" name="Google Shape;246;p160"/>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7" name="Google Shape;247;p160"/>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b="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8" name="Google Shape;248;p160"/>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1pPr>
            <a:lvl2pPr marL="0" marR="0" lvl="1"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2pPr>
            <a:lvl3pPr marL="0" marR="0" lvl="2"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3pPr>
            <a:lvl4pPr marL="0" marR="0" lvl="3"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4pPr>
            <a:lvl5pPr marL="0" marR="0" lvl="4"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5pPr>
            <a:lvl6pPr marL="0" marR="0" lvl="5"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6pPr>
            <a:lvl7pPr marL="0" marR="0" lvl="6"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7pPr>
            <a:lvl8pPr marL="0" marR="0" lvl="7"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8pPr>
            <a:lvl9pPr marL="0" marR="0" lvl="8" indent="0" algn="r">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2.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3"/>
          <p:cNvSpPr txBox="1">
            <a:spLocks noGrp="1"/>
          </p:cNvSpPr>
          <p:nvPr>
            <p:ph type="ftr" idx="11"/>
          </p:nvPr>
        </p:nvSpPr>
        <p:spPr>
          <a:xfrm>
            <a:off x="76200" y="6296025"/>
            <a:ext cx="28956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200" b="1"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9pPr>
          </a:lstStyle>
          <a:p>
            <a:endParaRPr/>
          </a:p>
        </p:txBody>
      </p:sp>
      <p:sp>
        <p:nvSpPr>
          <p:cNvPr id="11" name="Google Shape;11;p133"/>
          <p:cNvSpPr txBox="1">
            <a:spLocks noGrp="1"/>
          </p:cNvSpPr>
          <p:nvPr>
            <p:ph type="sldNum" idx="12"/>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
        <p:cNvGrpSpPr/>
        <p:nvPr/>
      </p:nvGrpSpPr>
      <p:grpSpPr>
        <a:xfrm>
          <a:off x="0" y="0"/>
          <a:ext cx="0" cy="0"/>
          <a:chOff x="0" y="0"/>
          <a:chExt cx="0" cy="0"/>
        </a:xfrm>
      </p:grpSpPr>
      <p:sp>
        <p:nvSpPr>
          <p:cNvPr id="76" name="Google Shape;76;p137"/>
          <p:cNvSpPr/>
          <p:nvPr/>
        </p:nvSpPr>
        <p:spPr>
          <a:xfrm rot="-3180000">
            <a:off x="7777956" y="-15081"/>
            <a:ext cx="1162050" cy="2084387"/>
          </a:xfrm>
          <a:custGeom>
            <a:avLst/>
            <a:gdLst/>
            <a:ahLst/>
            <a:cxnLst/>
            <a:rect l="l" t="t" r="r" b="b"/>
            <a:pathLst>
              <a:path w="2903" h="3686" extrusionOk="0">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7" name="Google Shape;77;p137"/>
          <p:cNvSpPr txBox="1">
            <a:spLocks noGrp="1"/>
          </p:cNvSpPr>
          <p:nvPr>
            <p:ph type="title"/>
          </p:nvPr>
        </p:nvSpPr>
        <p:spPr>
          <a:xfrm>
            <a:off x="685800" y="152400"/>
            <a:ext cx="6870700" cy="1600200"/>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4400" b="0" i="0" u="none" strike="noStrike" cap="none">
                <a:solidFill>
                  <a:schemeClr val="dk1"/>
                </a:solidFill>
                <a:latin typeface="Comic Sans MS"/>
                <a:ea typeface="Comic Sans MS"/>
                <a:cs typeface="Comic Sans MS"/>
                <a:sym typeface="Comic Sans MS"/>
              </a:defRPr>
            </a:lvl1pPr>
            <a:lvl2pPr marR="0" lvl="1" algn="ctr" rtl="0">
              <a:spcBef>
                <a:spcPts val="0"/>
              </a:spcBef>
              <a:spcAft>
                <a:spcPts val="0"/>
              </a:spcAft>
              <a:buSzPts val="1400"/>
              <a:buNone/>
              <a:defRPr sz="4400" b="0" i="0" u="none" strike="noStrike" cap="none">
                <a:solidFill>
                  <a:schemeClr val="dk1"/>
                </a:solidFill>
                <a:latin typeface="Comic Sans MS"/>
                <a:ea typeface="Comic Sans MS"/>
                <a:cs typeface="Comic Sans MS"/>
                <a:sym typeface="Comic Sans MS"/>
              </a:defRPr>
            </a:lvl2pPr>
            <a:lvl3pPr marR="0" lvl="2" algn="ctr" rtl="0">
              <a:spcBef>
                <a:spcPts val="0"/>
              </a:spcBef>
              <a:spcAft>
                <a:spcPts val="0"/>
              </a:spcAft>
              <a:buSzPts val="1400"/>
              <a:buNone/>
              <a:defRPr sz="4400" b="0" i="0" u="none" strike="noStrike" cap="none">
                <a:solidFill>
                  <a:schemeClr val="dk1"/>
                </a:solidFill>
                <a:latin typeface="Comic Sans MS"/>
                <a:ea typeface="Comic Sans MS"/>
                <a:cs typeface="Comic Sans MS"/>
                <a:sym typeface="Comic Sans MS"/>
              </a:defRPr>
            </a:lvl3pPr>
            <a:lvl4pPr marR="0" lvl="3" algn="ctr" rtl="0">
              <a:spcBef>
                <a:spcPts val="0"/>
              </a:spcBef>
              <a:spcAft>
                <a:spcPts val="0"/>
              </a:spcAft>
              <a:buSzPts val="1400"/>
              <a:buNone/>
              <a:defRPr sz="4400" b="0" i="0" u="none" strike="noStrike" cap="none">
                <a:solidFill>
                  <a:schemeClr val="dk1"/>
                </a:solidFill>
                <a:latin typeface="Comic Sans MS"/>
                <a:ea typeface="Comic Sans MS"/>
                <a:cs typeface="Comic Sans MS"/>
                <a:sym typeface="Comic Sans MS"/>
              </a:defRPr>
            </a:lvl4pPr>
            <a:lvl5pPr marR="0" lvl="4" algn="ctr" rtl="0">
              <a:spcBef>
                <a:spcPts val="0"/>
              </a:spcBef>
              <a:spcAft>
                <a:spcPts val="0"/>
              </a:spcAft>
              <a:buSzPts val="1400"/>
              <a:buNone/>
              <a:defRPr sz="4400" b="0" i="0" u="none" strike="noStrike" cap="none">
                <a:solidFill>
                  <a:schemeClr val="dk1"/>
                </a:solidFill>
                <a:latin typeface="Comic Sans MS"/>
                <a:ea typeface="Comic Sans MS"/>
                <a:cs typeface="Comic Sans MS"/>
                <a:sym typeface="Comic Sans MS"/>
              </a:defRPr>
            </a:lvl5pPr>
            <a:lvl6pPr marR="0" lvl="5" algn="ctr" rtl="0">
              <a:spcBef>
                <a:spcPts val="0"/>
              </a:spcBef>
              <a:spcAft>
                <a:spcPts val="0"/>
              </a:spcAft>
              <a:buSzPts val="1400"/>
              <a:buNone/>
              <a:defRPr sz="4400" b="0" i="0" u="none" strike="noStrike" cap="none">
                <a:solidFill>
                  <a:schemeClr val="dk1"/>
                </a:solidFill>
                <a:latin typeface="Comic Sans MS"/>
                <a:ea typeface="Comic Sans MS"/>
                <a:cs typeface="Comic Sans MS"/>
                <a:sym typeface="Comic Sans MS"/>
              </a:defRPr>
            </a:lvl6pPr>
            <a:lvl7pPr marR="0" lvl="6" algn="ctr" rtl="0">
              <a:spcBef>
                <a:spcPts val="0"/>
              </a:spcBef>
              <a:spcAft>
                <a:spcPts val="0"/>
              </a:spcAft>
              <a:buSzPts val="1400"/>
              <a:buNone/>
              <a:defRPr sz="4400" b="0" i="0" u="none" strike="noStrike" cap="none">
                <a:solidFill>
                  <a:schemeClr val="dk1"/>
                </a:solidFill>
                <a:latin typeface="Comic Sans MS"/>
                <a:ea typeface="Comic Sans MS"/>
                <a:cs typeface="Comic Sans MS"/>
                <a:sym typeface="Comic Sans MS"/>
              </a:defRPr>
            </a:lvl7pPr>
            <a:lvl8pPr marR="0" lvl="7" algn="ctr" rtl="0">
              <a:spcBef>
                <a:spcPts val="0"/>
              </a:spcBef>
              <a:spcAft>
                <a:spcPts val="0"/>
              </a:spcAft>
              <a:buSzPts val="1400"/>
              <a:buNone/>
              <a:defRPr sz="4400" b="0" i="0" u="none" strike="noStrike" cap="none">
                <a:solidFill>
                  <a:schemeClr val="dk1"/>
                </a:solidFill>
                <a:latin typeface="Comic Sans MS"/>
                <a:ea typeface="Comic Sans MS"/>
                <a:cs typeface="Comic Sans MS"/>
                <a:sym typeface="Comic Sans MS"/>
              </a:defRPr>
            </a:lvl8pPr>
            <a:lvl9pPr marR="0" lvl="8" algn="ctr" rtl="0">
              <a:spcBef>
                <a:spcPts val="0"/>
              </a:spcBef>
              <a:spcAft>
                <a:spcPts val="0"/>
              </a:spcAft>
              <a:buSzPts val="1400"/>
              <a:buNone/>
              <a:defRPr sz="4400" b="0" i="0" u="none" strike="noStrike" cap="none">
                <a:solidFill>
                  <a:schemeClr val="dk1"/>
                </a:solidFill>
                <a:latin typeface="Comic Sans MS"/>
                <a:ea typeface="Comic Sans MS"/>
                <a:cs typeface="Comic Sans MS"/>
                <a:sym typeface="Comic Sans MS"/>
              </a:defRPr>
            </a:lvl9pPr>
          </a:lstStyle>
          <a:p>
            <a:endParaRPr/>
          </a:p>
        </p:txBody>
      </p:sp>
      <p:sp>
        <p:nvSpPr>
          <p:cNvPr id="78" name="Google Shape;78;p137"/>
          <p:cNvSpPr txBox="1">
            <a:spLocks noGrp="1"/>
          </p:cNvSpPr>
          <p:nvPr>
            <p:ph type="body" idx="1"/>
          </p:nvPr>
        </p:nvSpPr>
        <p:spPr>
          <a:xfrm>
            <a:off x="685800" y="1828800"/>
            <a:ext cx="7696200" cy="36576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Comic Sans MS"/>
              <a:buChar char="•"/>
              <a:defRPr sz="3200" b="0" i="0" u="none" strike="noStrike" cap="none">
                <a:solidFill>
                  <a:schemeClr val="dk1"/>
                </a:solidFill>
                <a:latin typeface="Comic Sans MS"/>
                <a:ea typeface="Comic Sans MS"/>
                <a:cs typeface="Comic Sans MS"/>
                <a:sym typeface="Comic Sans MS"/>
              </a:defRPr>
            </a:lvl1pPr>
            <a:lvl2pPr marL="914400" marR="0" lvl="1" indent="-406400" algn="l" rtl="0">
              <a:spcBef>
                <a:spcPts val="560"/>
              </a:spcBef>
              <a:spcAft>
                <a:spcPts val="0"/>
              </a:spcAft>
              <a:buClr>
                <a:schemeClr val="dk1"/>
              </a:buClr>
              <a:buSzPts val="2800"/>
              <a:buFont typeface="Comic Sans MS"/>
              <a:buChar char="–"/>
              <a:defRPr sz="2800" b="0" i="0" u="none" strike="noStrike" cap="none">
                <a:solidFill>
                  <a:schemeClr val="dk1"/>
                </a:solidFill>
                <a:latin typeface="Comic Sans MS"/>
                <a:ea typeface="Comic Sans MS"/>
                <a:cs typeface="Comic Sans MS"/>
                <a:sym typeface="Comic Sans MS"/>
              </a:defRPr>
            </a:lvl2pPr>
            <a:lvl3pPr marL="1371600" marR="0" lvl="2" indent="-381000" algn="l" rtl="0">
              <a:spcBef>
                <a:spcPts val="480"/>
              </a:spcBef>
              <a:spcAft>
                <a:spcPts val="0"/>
              </a:spcAft>
              <a:buClr>
                <a:schemeClr val="dk1"/>
              </a:buClr>
              <a:buSzPts val="2400"/>
              <a:buFont typeface="Comic Sans MS"/>
              <a:buChar char="•"/>
              <a:defRPr sz="2400" b="0" i="0" u="none" strike="noStrike" cap="none">
                <a:solidFill>
                  <a:schemeClr val="dk1"/>
                </a:solidFill>
                <a:latin typeface="Comic Sans MS"/>
                <a:ea typeface="Comic Sans MS"/>
                <a:cs typeface="Comic Sans MS"/>
                <a:sym typeface="Comic Sans MS"/>
              </a:defRPr>
            </a:lvl3pPr>
            <a:lvl4pPr marL="1828800" marR="0" lvl="3" indent="-355600" algn="l" rtl="0">
              <a:spcBef>
                <a:spcPts val="400"/>
              </a:spcBef>
              <a:spcAft>
                <a:spcPts val="0"/>
              </a:spcAft>
              <a:buClr>
                <a:schemeClr val="dk1"/>
              </a:buClr>
              <a:buSzPts val="2000"/>
              <a:buFont typeface="Comic Sans MS"/>
              <a:buChar char="–"/>
              <a:defRPr sz="2000" b="0" i="0" u="none" strike="noStrike" cap="none">
                <a:solidFill>
                  <a:schemeClr val="dk1"/>
                </a:solidFill>
                <a:latin typeface="Comic Sans MS"/>
                <a:ea typeface="Comic Sans MS"/>
                <a:cs typeface="Comic Sans MS"/>
                <a:sym typeface="Comic Sans MS"/>
              </a:defRPr>
            </a:lvl4pPr>
            <a:lvl5pPr marL="2286000" marR="0" lvl="4" indent="-355600" algn="l" rtl="0">
              <a:spcBef>
                <a:spcPts val="400"/>
              </a:spcBef>
              <a:spcAft>
                <a:spcPts val="0"/>
              </a:spcAft>
              <a:buClr>
                <a:schemeClr val="dk1"/>
              </a:buClr>
              <a:buSzPts val="2000"/>
              <a:buFont typeface="Comic Sans MS"/>
              <a:buChar char="»"/>
              <a:defRPr sz="2000" b="0" i="0" u="none" strike="noStrike" cap="none">
                <a:solidFill>
                  <a:schemeClr val="dk1"/>
                </a:solidFill>
                <a:latin typeface="Comic Sans MS"/>
                <a:ea typeface="Comic Sans MS"/>
                <a:cs typeface="Comic Sans MS"/>
                <a:sym typeface="Comic Sans M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omic Sans MS"/>
                <a:ea typeface="Comic Sans MS"/>
                <a:cs typeface="Comic Sans MS"/>
                <a:sym typeface="Comic Sans M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omic Sans MS"/>
                <a:ea typeface="Comic Sans MS"/>
                <a:cs typeface="Comic Sans MS"/>
                <a:sym typeface="Comic Sans M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omic Sans MS"/>
                <a:ea typeface="Comic Sans MS"/>
                <a:cs typeface="Comic Sans MS"/>
                <a:sym typeface="Comic Sans M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omic Sans MS"/>
                <a:ea typeface="Comic Sans MS"/>
                <a:cs typeface="Comic Sans MS"/>
                <a:sym typeface="Comic Sans MS"/>
              </a:defRPr>
            </a:lvl9pPr>
          </a:lstStyle>
          <a:p>
            <a:endParaRPr/>
          </a:p>
        </p:txBody>
      </p:sp>
      <p:sp>
        <p:nvSpPr>
          <p:cNvPr id="79" name="Google Shape;79;p137"/>
          <p:cNvSpPr txBox="1">
            <a:spLocks noGrp="1"/>
          </p:cNvSpPr>
          <p:nvPr>
            <p:ph type="dt" idx="10"/>
          </p:nvPr>
        </p:nvSpPr>
        <p:spPr>
          <a:xfrm>
            <a:off x="1371600" y="6248400"/>
            <a:ext cx="19050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1"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9pPr>
          </a:lstStyle>
          <a:p>
            <a:endParaRPr/>
          </a:p>
        </p:txBody>
      </p:sp>
      <p:sp>
        <p:nvSpPr>
          <p:cNvPr id="80" name="Google Shape;80;p137"/>
          <p:cNvSpPr txBox="1">
            <a:spLocks noGrp="1"/>
          </p:cNvSpPr>
          <p:nvPr>
            <p:ph type="ftr" idx="1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SzPts val="1400"/>
              <a:buNone/>
              <a:defRPr sz="1400" b="0" i="0" u="none">
                <a:solidFill>
                  <a:schemeClr val="dk1"/>
                </a:solidFill>
                <a:latin typeface="Comic Sans MS"/>
                <a:ea typeface="Comic Sans MS"/>
                <a:cs typeface="Comic Sans MS"/>
                <a:sym typeface="Comic Sans MS"/>
              </a:defRPr>
            </a:lvl1pPr>
            <a:lvl2pPr marR="0" lvl="1"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9pPr>
          </a:lstStyle>
          <a:p>
            <a:endParaRPr/>
          </a:p>
        </p:txBody>
      </p:sp>
      <p:sp>
        <p:nvSpPr>
          <p:cNvPr id="81" name="Google Shape;81;p137"/>
          <p:cNvSpPr txBox="1">
            <a:spLocks noGrp="1"/>
          </p:cNvSpPr>
          <p:nvPr>
            <p:ph type="sldNum" idx="12"/>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1pPr>
            <a:lvl2pPr marL="0" marR="0" lvl="1" indent="0" algn="r" rtl="0">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2pPr>
            <a:lvl3pPr marL="0" marR="0" lvl="2" indent="0" algn="r" rtl="0">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3pPr>
            <a:lvl4pPr marL="0" marR="0" lvl="3" indent="0" algn="r" rtl="0">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4pPr>
            <a:lvl5pPr marL="0" marR="0" lvl="4" indent="0" algn="r" rtl="0">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5pPr>
            <a:lvl6pPr marL="0" marR="0" lvl="5" indent="0" algn="r" rtl="0">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6pPr>
            <a:lvl7pPr marL="0" marR="0" lvl="6" indent="0" algn="r" rtl="0">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7pPr>
            <a:lvl8pPr marL="0" marR="0" lvl="7" indent="0" algn="r" rtl="0">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8pPr>
            <a:lvl9pPr marL="0" marR="0" lvl="8" indent="0" algn="r" rtl="0">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
        <p:nvSpPr>
          <p:cNvPr id="82" name="Google Shape;82;p137"/>
          <p:cNvSpPr/>
          <p:nvPr/>
        </p:nvSpPr>
        <p:spPr>
          <a:xfrm rot="-3180000">
            <a:off x="7865268" y="24606"/>
            <a:ext cx="1165225" cy="2097087"/>
          </a:xfrm>
          <a:custGeom>
            <a:avLst/>
            <a:gdLst/>
            <a:ahLst/>
            <a:cxnLst/>
            <a:rect l="l" t="t" r="r" b="b"/>
            <a:pathLst>
              <a:path w="2911" h="3703" extrusionOk="0">
                <a:moveTo>
                  <a:pt x="2293" y="0"/>
                </a:moveTo>
                <a:lnTo>
                  <a:pt x="130" y="2835"/>
                </a:lnTo>
                <a:lnTo>
                  <a:pt x="131" y="3201"/>
                </a:lnTo>
                <a:lnTo>
                  <a:pt x="0" y="3633"/>
                </a:lnTo>
                <a:lnTo>
                  <a:pt x="50" y="3703"/>
                </a:lnTo>
                <a:lnTo>
                  <a:pt x="422" y="3352"/>
                </a:lnTo>
                <a:lnTo>
                  <a:pt x="763" y="3220"/>
                </a:lnTo>
                <a:lnTo>
                  <a:pt x="2911" y="428"/>
                </a:lnTo>
                <a:lnTo>
                  <a:pt x="2589" y="96"/>
                </a:lnTo>
                <a:lnTo>
                  <a:pt x="2293" y="0"/>
                </a:lnTo>
                <a:close/>
              </a:path>
            </a:pathLst>
          </a:custGeom>
          <a:solidFill>
            <a:schemeClr val="folHlink"/>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3" name="Google Shape;83;p137"/>
          <p:cNvSpPr/>
          <p:nvPr/>
        </p:nvSpPr>
        <p:spPr>
          <a:xfrm rot="-3180000">
            <a:off x="7831137" y="192087"/>
            <a:ext cx="1025525" cy="1571625"/>
          </a:xfrm>
          <a:custGeom>
            <a:avLst/>
            <a:gdLst/>
            <a:ahLst/>
            <a:cxnLst/>
            <a:rect l="l" t="t" r="r" b="b"/>
            <a:pathLst>
              <a:path w="2561" h="2777" extrusionOk="0">
                <a:moveTo>
                  <a:pt x="0" y="2485"/>
                </a:moveTo>
                <a:lnTo>
                  <a:pt x="432" y="2553"/>
                </a:lnTo>
                <a:lnTo>
                  <a:pt x="736" y="2777"/>
                </a:lnTo>
                <a:lnTo>
                  <a:pt x="2561" y="399"/>
                </a:lnTo>
                <a:lnTo>
                  <a:pt x="2118" y="82"/>
                </a:lnTo>
                <a:lnTo>
                  <a:pt x="1898" y="0"/>
                </a:lnTo>
                <a:lnTo>
                  <a:pt x="0" y="248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nvGrpSpPr>
          <p:cNvPr id="84" name="Google Shape;84;p137"/>
          <p:cNvGrpSpPr/>
          <p:nvPr/>
        </p:nvGrpSpPr>
        <p:grpSpPr>
          <a:xfrm>
            <a:off x="7937" y="5540375"/>
            <a:ext cx="1784350" cy="1246187"/>
            <a:chOff x="5" y="3490"/>
            <a:chExt cx="1124" cy="785"/>
          </a:xfrm>
        </p:grpSpPr>
        <p:sp>
          <p:nvSpPr>
            <p:cNvPr id="85" name="Google Shape;85;p137"/>
            <p:cNvSpPr/>
            <p:nvPr/>
          </p:nvSpPr>
          <p:spPr>
            <a:xfrm>
              <a:off x="24" y="3505"/>
              <a:ext cx="1089" cy="649"/>
            </a:xfrm>
            <a:custGeom>
              <a:avLst/>
              <a:gdLst/>
              <a:ahLst/>
              <a:cxnLst/>
              <a:rect l="l" t="t" r="r" b="b"/>
              <a:pathLst>
                <a:path w="2177" h="1298" extrusionOk="0">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close/>
                </a:path>
              </a:pathLst>
            </a:custGeom>
            <a:solidFill>
              <a:srgbClr val="F8F8F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6" name="Google Shape;86;p137"/>
            <p:cNvSpPr/>
            <p:nvPr/>
          </p:nvSpPr>
          <p:spPr>
            <a:xfrm>
              <a:off x="1022" y="3582"/>
              <a:ext cx="71" cy="129"/>
            </a:xfrm>
            <a:custGeom>
              <a:avLst/>
              <a:gdLst/>
              <a:ahLst/>
              <a:cxnLst/>
              <a:rect l="l" t="t" r="r" b="b"/>
              <a:pathLst>
                <a:path w="143" h="258" extrusionOk="0">
                  <a:moveTo>
                    <a:pt x="0" y="7"/>
                  </a:moveTo>
                  <a:lnTo>
                    <a:pt x="120" y="0"/>
                  </a:lnTo>
                  <a:lnTo>
                    <a:pt x="143" y="233"/>
                  </a:lnTo>
                  <a:lnTo>
                    <a:pt x="8" y="258"/>
                  </a:lnTo>
                  <a:lnTo>
                    <a:pt x="0" y="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7" name="Google Shape;87;p137"/>
            <p:cNvSpPr/>
            <p:nvPr/>
          </p:nvSpPr>
          <p:spPr>
            <a:xfrm>
              <a:off x="20" y="3774"/>
              <a:ext cx="792" cy="410"/>
            </a:xfrm>
            <a:custGeom>
              <a:avLst/>
              <a:gdLst/>
              <a:ahLst/>
              <a:cxnLst/>
              <a:rect l="l" t="t" r="r" b="b"/>
              <a:pathLst>
                <a:path w="1586" h="821" extrusionOk="0">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8" name="Google Shape;88;p137"/>
            <p:cNvSpPr/>
            <p:nvPr/>
          </p:nvSpPr>
          <p:spPr>
            <a:xfrm>
              <a:off x="129" y="3808"/>
              <a:ext cx="525" cy="374"/>
            </a:xfrm>
            <a:custGeom>
              <a:avLst/>
              <a:gdLst/>
              <a:ahLst/>
              <a:cxnLst/>
              <a:rect l="l" t="t" r="r" b="b"/>
              <a:pathLst>
                <a:path w="1049" h="747" extrusionOk="0">
                  <a:moveTo>
                    <a:pt x="0" y="325"/>
                  </a:moveTo>
                  <a:lnTo>
                    <a:pt x="922" y="747"/>
                  </a:lnTo>
                  <a:lnTo>
                    <a:pt x="939" y="534"/>
                  </a:lnTo>
                  <a:lnTo>
                    <a:pt x="1049" y="422"/>
                  </a:lnTo>
                  <a:lnTo>
                    <a:pt x="78" y="0"/>
                  </a:lnTo>
                  <a:lnTo>
                    <a:pt x="0" y="127"/>
                  </a:lnTo>
                  <a:lnTo>
                    <a:pt x="0" y="32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9" name="Google Shape;89;p137"/>
            <p:cNvSpPr/>
            <p:nvPr/>
          </p:nvSpPr>
          <p:spPr>
            <a:xfrm>
              <a:off x="485" y="3532"/>
              <a:ext cx="135" cy="121"/>
            </a:xfrm>
            <a:custGeom>
              <a:avLst/>
              <a:gdLst/>
              <a:ahLst/>
              <a:cxnLst/>
              <a:rect l="l" t="t" r="r" b="b"/>
              <a:pathLst>
                <a:path w="272" h="241" extrusionOk="0">
                  <a:moveTo>
                    <a:pt x="0" y="28"/>
                  </a:moveTo>
                  <a:lnTo>
                    <a:pt x="160" y="0"/>
                  </a:lnTo>
                  <a:lnTo>
                    <a:pt x="251" y="36"/>
                  </a:lnTo>
                  <a:lnTo>
                    <a:pt x="272" y="139"/>
                  </a:lnTo>
                  <a:lnTo>
                    <a:pt x="164" y="146"/>
                  </a:lnTo>
                  <a:lnTo>
                    <a:pt x="32" y="241"/>
                  </a:lnTo>
                  <a:lnTo>
                    <a:pt x="0" y="28"/>
                  </a:lnTo>
                  <a:close/>
                </a:path>
              </a:pathLst>
            </a:custGeom>
            <a:solidFill>
              <a:schemeClr val="hlink"/>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0" name="Google Shape;90;p137"/>
            <p:cNvSpPr/>
            <p:nvPr/>
          </p:nvSpPr>
          <p:spPr>
            <a:xfrm>
              <a:off x="641" y="4163"/>
              <a:ext cx="76" cy="112"/>
            </a:xfrm>
            <a:custGeom>
              <a:avLst/>
              <a:gdLst/>
              <a:ahLst/>
              <a:cxnLst/>
              <a:rect l="l" t="t" r="r" b="b"/>
              <a:pathLst>
                <a:path w="152" h="224" extrusionOk="0">
                  <a:moveTo>
                    <a:pt x="152" y="4"/>
                  </a:moveTo>
                  <a:lnTo>
                    <a:pt x="152" y="224"/>
                  </a:lnTo>
                  <a:lnTo>
                    <a:pt x="0" y="8"/>
                  </a:lnTo>
                  <a:lnTo>
                    <a:pt x="72" y="0"/>
                  </a:lnTo>
                  <a:lnTo>
                    <a:pt x="152" y="4"/>
                  </a:lnTo>
                  <a:close/>
                </a:path>
              </a:pathLst>
            </a:custGeom>
            <a:solidFill>
              <a:schemeClr val="hlink"/>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1" name="Google Shape;91;p137"/>
            <p:cNvSpPr/>
            <p:nvPr/>
          </p:nvSpPr>
          <p:spPr>
            <a:xfrm>
              <a:off x="504" y="3607"/>
              <a:ext cx="193" cy="383"/>
            </a:xfrm>
            <a:custGeom>
              <a:avLst/>
              <a:gdLst/>
              <a:ahLst/>
              <a:cxnLst/>
              <a:rect l="l" t="t" r="r" b="b"/>
              <a:pathLst>
                <a:path w="386" h="764" extrusionOk="0">
                  <a:moveTo>
                    <a:pt x="0" y="80"/>
                  </a:moveTo>
                  <a:lnTo>
                    <a:pt x="87" y="0"/>
                  </a:lnTo>
                  <a:lnTo>
                    <a:pt x="232" y="6"/>
                  </a:lnTo>
                  <a:lnTo>
                    <a:pt x="386" y="764"/>
                  </a:lnTo>
                  <a:lnTo>
                    <a:pt x="279" y="720"/>
                  </a:lnTo>
                  <a:lnTo>
                    <a:pt x="152" y="677"/>
                  </a:lnTo>
                  <a:lnTo>
                    <a:pt x="0" y="8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2" name="Google Shape;92;p137"/>
            <p:cNvSpPr/>
            <p:nvPr/>
          </p:nvSpPr>
          <p:spPr>
            <a:xfrm>
              <a:off x="668" y="3590"/>
              <a:ext cx="364" cy="174"/>
            </a:xfrm>
            <a:custGeom>
              <a:avLst/>
              <a:gdLst/>
              <a:ahLst/>
              <a:cxnLst/>
              <a:rect l="l" t="t" r="r" b="b"/>
              <a:pathLst>
                <a:path w="728" h="348" extrusionOk="0">
                  <a:moveTo>
                    <a:pt x="692" y="0"/>
                  </a:moveTo>
                  <a:lnTo>
                    <a:pt x="0" y="106"/>
                  </a:lnTo>
                  <a:lnTo>
                    <a:pt x="28" y="348"/>
                  </a:lnTo>
                  <a:lnTo>
                    <a:pt x="715" y="237"/>
                  </a:lnTo>
                  <a:lnTo>
                    <a:pt x="728" y="43"/>
                  </a:lnTo>
                  <a:lnTo>
                    <a:pt x="692"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3" name="Google Shape;93;p137"/>
            <p:cNvSpPr/>
            <p:nvPr/>
          </p:nvSpPr>
          <p:spPr>
            <a:xfrm>
              <a:off x="347" y="3693"/>
              <a:ext cx="156" cy="67"/>
            </a:xfrm>
            <a:custGeom>
              <a:avLst/>
              <a:gdLst/>
              <a:ahLst/>
              <a:cxnLst/>
              <a:rect l="l" t="t" r="r" b="b"/>
              <a:pathLst>
                <a:path w="312" h="135" extrusionOk="0">
                  <a:moveTo>
                    <a:pt x="272" y="0"/>
                  </a:moveTo>
                  <a:lnTo>
                    <a:pt x="0" y="78"/>
                  </a:lnTo>
                  <a:lnTo>
                    <a:pt x="312" y="135"/>
                  </a:lnTo>
                  <a:lnTo>
                    <a:pt x="27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nvGrpSpPr>
            <p:cNvPr id="94" name="Google Shape;94;p137"/>
            <p:cNvGrpSpPr/>
            <p:nvPr/>
          </p:nvGrpSpPr>
          <p:grpSpPr>
            <a:xfrm>
              <a:off x="5" y="3490"/>
              <a:ext cx="1124" cy="780"/>
              <a:chOff x="5" y="3490"/>
              <a:chExt cx="1124" cy="780"/>
            </a:xfrm>
          </p:grpSpPr>
          <p:grpSp>
            <p:nvGrpSpPr>
              <p:cNvPr id="95" name="Google Shape;95;p137"/>
              <p:cNvGrpSpPr/>
              <p:nvPr/>
            </p:nvGrpSpPr>
            <p:grpSpPr>
              <a:xfrm>
                <a:off x="499" y="3562"/>
                <a:ext cx="548" cy="708"/>
                <a:chOff x="499" y="3562"/>
                <a:chExt cx="548" cy="708"/>
              </a:xfrm>
            </p:grpSpPr>
            <p:sp>
              <p:nvSpPr>
                <p:cNvPr id="96" name="Google Shape;96;p137"/>
                <p:cNvSpPr/>
                <p:nvPr/>
              </p:nvSpPr>
              <p:spPr>
                <a:xfrm>
                  <a:off x="499" y="3587"/>
                  <a:ext cx="157" cy="87"/>
                </a:xfrm>
                <a:custGeom>
                  <a:avLst/>
                  <a:gdLst/>
                  <a:ahLst/>
                  <a:cxnLst/>
                  <a:rect l="l" t="t" r="r" b="b"/>
                  <a:pathLst>
                    <a:path w="313" h="175" extrusionOk="0">
                      <a:moveTo>
                        <a:pt x="0" y="107"/>
                      </a:moveTo>
                      <a:lnTo>
                        <a:pt x="114" y="10"/>
                      </a:lnTo>
                      <a:lnTo>
                        <a:pt x="213" y="0"/>
                      </a:lnTo>
                      <a:lnTo>
                        <a:pt x="292" y="27"/>
                      </a:lnTo>
                      <a:lnTo>
                        <a:pt x="313" y="91"/>
                      </a:lnTo>
                      <a:lnTo>
                        <a:pt x="167" y="67"/>
                      </a:lnTo>
                      <a:lnTo>
                        <a:pt x="74" y="101"/>
                      </a:lnTo>
                      <a:lnTo>
                        <a:pt x="13" y="175"/>
                      </a:lnTo>
                      <a:lnTo>
                        <a:pt x="0" y="107"/>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7" name="Google Shape;97;p137"/>
                <p:cNvSpPr/>
                <p:nvPr/>
              </p:nvSpPr>
              <p:spPr>
                <a:xfrm>
                  <a:off x="636" y="4137"/>
                  <a:ext cx="115" cy="133"/>
                </a:xfrm>
                <a:custGeom>
                  <a:avLst/>
                  <a:gdLst/>
                  <a:ahLst/>
                  <a:cxnLst/>
                  <a:rect l="l" t="t" r="r" b="b"/>
                  <a:pathLst>
                    <a:path w="230" h="266" extrusionOk="0">
                      <a:moveTo>
                        <a:pt x="0" y="40"/>
                      </a:moveTo>
                      <a:lnTo>
                        <a:pt x="160" y="266"/>
                      </a:lnTo>
                      <a:lnTo>
                        <a:pt x="230" y="251"/>
                      </a:lnTo>
                      <a:lnTo>
                        <a:pt x="223" y="17"/>
                      </a:lnTo>
                      <a:lnTo>
                        <a:pt x="166" y="0"/>
                      </a:lnTo>
                      <a:lnTo>
                        <a:pt x="179" y="197"/>
                      </a:lnTo>
                      <a:lnTo>
                        <a:pt x="71" y="4"/>
                      </a:lnTo>
                      <a:lnTo>
                        <a:pt x="0" y="4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8" name="Google Shape;98;p137"/>
                <p:cNvSpPr/>
                <p:nvPr/>
              </p:nvSpPr>
              <p:spPr>
                <a:xfrm>
                  <a:off x="1004" y="3562"/>
                  <a:ext cx="43" cy="117"/>
                </a:xfrm>
                <a:custGeom>
                  <a:avLst/>
                  <a:gdLst/>
                  <a:ahLst/>
                  <a:cxnLst/>
                  <a:rect l="l" t="t" r="r" b="b"/>
                  <a:pathLst>
                    <a:path w="87" h="234" extrusionOk="0">
                      <a:moveTo>
                        <a:pt x="0" y="19"/>
                      </a:moveTo>
                      <a:lnTo>
                        <a:pt x="36" y="93"/>
                      </a:lnTo>
                      <a:lnTo>
                        <a:pt x="44" y="154"/>
                      </a:lnTo>
                      <a:lnTo>
                        <a:pt x="27" y="234"/>
                      </a:lnTo>
                      <a:lnTo>
                        <a:pt x="80" y="220"/>
                      </a:lnTo>
                      <a:lnTo>
                        <a:pt x="87" y="116"/>
                      </a:lnTo>
                      <a:lnTo>
                        <a:pt x="46" y="0"/>
                      </a:lnTo>
                      <a:lnTo>
                        <a:pt x="0" y="19"/>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sp>
            <p:nvSpPr>
              <p:cNvPr id="99" name="Google Shape;99;p137"/>
              <p:cNvSpPr/>
              <p:nvPr/>
            </p:nvSpPr>
            <p:spPr>
              <a:xfrm>
                <a:off x="76" y="3732"/>
                <a:ext cx="595" cy="250"/>
              </a:xfrm>
              <a:custGeom>
                <a:avLst/>
                <a:gdLst/>
                <a:ahLst/>
                <a:cxnLst/>
                <a:rect l="l" t="t" r="r" b="b"/>
                <a:pathLst>
                  <a:path w="1190" h="500" extrusionOk="0">
                    <a:moveTo>
                      <a:pt x="100" y="0"/>
                    </a:moveTo>
                    <a:lnTo>
                      <a:pt x="1190" y="490"/>
                    </a:lnTo>
                    <a:lnTo>
                      <a:pt x="1076" y="500"/>
                    </a:lnTo>
                    <a:lnTo>
                      <a:pt x="0" y="27"/>
                    </a:lnTo>
                    <a:lnTo>
                      <a:pt x="10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0" name="Google Shape;100;p137"/>
              <p:cNvSpPr/>
              <p:nvPr/>
            </p:nvSpPr>
            <p:spPr>
              <a:xfrm>
                <a:off x="260" y="3886"/>
                <a:ext cx="244" cy="148"/>
              </a:xfrm>
              <a:custGeom>
                <a:avLst/>
                <a:gdLst/>
                <a:ahLst/>
                <a:cxnLst/>
                <a:rect l="l" t="t" r="r" b="b"/>
                <a:pathLst>
                  <a:path w="489" h="296" extrusionOk="0">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1" name="Google Shape;101;p137"/>
              <p:cNvSpPr/>
              <p:nvPr/>
            </p:nvSpPr>
            <p:spPr>
              <a:xfrm>
                <a:off x="565" y="3680"/>
                <a:ext cx="107" cy="238"/>
              </a:xfrm>
              <a:custGeom>
                <a:avLst/>
                <a:gdLst/>
                <a:ahLst/>
                <a:cxnLst/>
                <a:rect l="l" t="t" r="r" b="b"/>
                <a:pathLst>
                  <a:path w="213" h="478" extrusionOk="0">
                    <a:moveTo>
                      <a:pt x="24" y="0"/>
                    </a:moveTo>
                    <a:lnTo>
                      <a:pt x="91" y="25"/>
                    </a:lnTo>
                    <a:lnTo>
                      <a:pt x="80" y="192"/>
                    </a:lnTo>
                    <a:lnTo>
                      <a:pt x="106" y="327"/>
                    </a:lnTo>
                    <a:lnTo>
                      <a:pt x="213" y="451"/>
                    </a:lnTo>
                    <a:lnTo>
                      <a:pt x="97" y="478"/>
                    </a:lnTo>
                    <a:lnTo>
                      <a:pt x="30" y="344"/>
                    </a:lnTo>
                    <a:lnTo>
                      <a:pt x="0" y="57"/>
                    </a:lnTo>
                    <a:lnTo>
                      <a:pt x="2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nvGrpSpPr>
              <p:cNvPr id="102" name="Google Shape;102;p137"/>
              <p:cNvGrpSpPr/>
              <p:nvPr/>
            </p:nvGrpSpPr>
            <p:grpSpPr>
              <a:xfrm>
                <a:off x="5" y="3490"/>
                <a:ext cx="1124" cy="678"/>
                <a:chOff x="5" y="3490"/>
                <a:chExt cx="1124" cy="678"/>
              </a:xfrm>
            </p:grpSpPr>
            <p:sp>
              <p:nvSpPr>
                <p:cNvPr id="103" name="Google Shape;103;p137"/>
                <p:cNvSpPr/>
                <p:nvPr/>
              </p:nvSpPr>
              <p:spPr>
                <a:xfrm>
                  <a:off x="669" y="4048"/>
                  <a:ext cx="75" cy="87"/>
                </a:xfrm>
                <a:custGeom>
                  <a:avLst/>
                  <a:gdLst/>
                  <a:ahLst/>
                  <a:cxnLst/>
                  <a:rect l="l" t="t" r="r" b="b"/>
                  <a:pathLst>
                    <a:path w="150" h="173" extrusionOk="0">
                      <a:moveTo>
                        <a:pt x="110" y="0"/>
                      </a:moveTo>
                      <a:lnTo>
                        <a:pt x="40" y="66"/>
                      </a:lnTo>
                      <a:lnTo>
                        <a:pt x="0" y="173"/>
                      </a:lnTo>
                      <a:lnTo>
                        <a:pt x="80" y="160"/>
                      </a:lnTo>
                      <a:lnTo>
                        <a:pt x="103" y="84"/>
                      </a:lnTo>
                      <a:lnTo>
                        <a:pt x="150" y="27"/>
                      </a:lnTo>
                      <a:lnTo>
                        <a:pt x="11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4" name="Google Shape;104;p137"/>
                <p:cNvSpPr/>
                <p:nvPr/>
              </p:nvSpPr>
              <p:spPr>
                <a:xfrm>
                  <a:off x="5" y="3728"/>
                  <a:ext cx="842" cy="440"/>
                </a:xfrm>
                <a:custGeom>
                  <a:avLst/>
                  <a:gdLst/>
                  <a:ahLst/>
                  <a:cxnLst/>
                  <a:rect l="l" t="t" r="r" b="b"/>
                  <a:pathLst>
                    <a:path w="1684" h="880" extrusionOk="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5" name="Google Shape;105;p137"/>
                <p:cNvSpPr/>
                <p:nvPr/>
              </p:nvSpPr>
              <p:spPr>
                <a:xfrm>
                  <a:off x="106" y="3770"/>
                  <a:ext cx="80" cy="167"/>
                </a:xfrm>
                <a:custGeom>
                  <a:avLst/>
                  <a:gdLst/>
                  <a:ahLst/>
                  <a:cxnLst/>
                  <a:rect l="l" t="t" r="r" b="b"/>
                  <a:pathLst>
                    <a:path w="160" h="335" extrusionOk="0">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6" name="Google Shape;106;p137"/>
                <p:cNvSpPr/>
                <p:nvPr/>
              </p:nvSpPr>
              <p:spPr>
                <a:xfrm>
                  <a:off x="449" y="3490"/>
                  <a:ext cx="322" cy="594"/>
                </a:xfrm>
                <a:custGeom>
                  <a:avLst/>
                  <a:gdLst/>
                  <a:ahLst/>
                  <a:cxnLst/>
                  <a:rect l="l" t="t" r="r" b="b"/>
                  <a:pathLst>
                    <a:path w="642" h="1188" extrusionOk="0">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7" name="Google Shape;107;p137"/>
                <p:cNvSpPr/>
                <p:nvPr/>
              </p:nvSpPr>
              <p:spPr>
                <a:xfrm>
                  <a:off x="578" y="3650"/>
                  <a:ext cx="96" cy="252"/>
                </a:xfrm>
                <a:custGeom>
                  <a:avLst/>
                  <a:gdLst/>
                  <a:ahLst/>
                  <a:cxnLst/>
                  <a:rect l="l" t="t" r="r" b="b"/>
                  <a:pathLst>
                    <a:path w="192" h="504" extrusionOk="0">
                      <a:moveTo>
                        <a:pt x="0" y="27"/>
                      </a:moveTo>
                      <a:lnTo>
                        <a:pt x="76" y="194"/>
                      </a:lnTo>
                      <a:lnTo>
                        <a:pt x="113" y="318"/>
                      </a:lnTo>
                      <a:lnTo>
                        <a:pt x="116" y="504"/>
                      </a:lnTo>
                      <a:lnTo>
                        <a:pt x="192" y="504"/>
                      </a:lnTo>
                      <a:lnTo>
                        <a:pt x="187" y="360"/>
                      </a:lnTo>
                      <a:lnTo>
                        <a:pt x="162" y="208"/>
                      </a:lnTo>
                      <a:lnTo>
                        <a:pt x="99" y="59"/>
                      </a:lnTo>
                      <a:lnTo>
                        <a:pt x="63" y="0"/>
                      </a:lnTo>
                      <a:lnTo>
                        <a:pt x="0" y="27"/>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8" name="Google Shape;108;p137"/>
                <p:cNvSpPr/>
                <p:nvPr/>
              </p:nvSpPr>
              <p:spPr>
                <a:xfrm>
                  <a:off x="328" y="3630"/>
                  <a:ext cx="195" cy="135"/>
                </a:xfrm>
                <a:custGeom>
                  <a:avLst/>
                  <a:gdLst/>
                  <a:ahLst/>
                  <a:cxnLst/>
                  <a:rect l="l" t="t" r="r" b="b"/>
                  <a:pathLst>
                    <a:path w="390" h="269" extrusionOk="0">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9" name="Google Shape;109;p137"/>
                <p:cNvSpPr/>
                <p:nvPr/>
              </p:nvSpPr>
              <p:spPr>
                <a:xfrm>
                  <a:off x="658" y="3538"/>
                  <a:ext cx="471" cy="212"/>
                </a:xfrm>
                <a:custGeom>
                  <a:avLst/>
                  <a:gdLst/>
                  <a:ahLst/>
                  <a:cxnLst/>
                  <a:rect l="l" t="t" r="r" b="b"/>
                  <a:pathLst>
                    <a:path w="941" h="424" extrusionOk="0">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0" name="Google Shape;110;p137"/>
                <p:cNvSpPr/>
                <p:nvPr/>
              </p:nvSpPr>
              <p:spPr>
                <a:xfrm>
                  <a:off x="717" y="3606"/>
                  <a:ext cx="245" cy="86"/>
                </a:xfrm>
                <a:custGeom>
                  <a:avLst/>
                  <a:gdLst/>
                  <a:ahLst/>
                  <a:cxnLst/>
                  <a:rect l="l" t="t" r="r" b="b"/>
                  <a:pathLst>
                    <a:path w="488" h="173" extrusionOk="0">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grpSp>
      <p:grpSp>
        <p:nvGrpSpPr>
          <p:cNvPr id="111" name="Google Shape;111;p137"/>
          <p:cNvGrpSpPr/>
          <p:nvPr/>
        </p:nvGrpSpPr>
        <p:grpSpPr>
          <a:xfrm>
            <a:off x="8680450" y="2116137"/>
            <a:ext cx="385762" cy="4308475"/>
            <a:chOff x="5468" y="1333"/>
            <a:chExt cx="243" cy="2714"/>
          </a:xfrm>
        </p:grpSpPr>
        <p:sp>
          <p:nvSpPr>
            <p:cNvPr id="112" name="Google Shape;112;p137"/>
            <p:cNvSpPr/>
            <p:nvPr/>
          </p:nvSpPr>
          <p:spPr>
            <a:xfrm flipH="1">
              <a:off x="5468" y="2620"/>
              <a:ext cx="205" cy="1427"/>
            </a:xfrm>
            <a:custGeom>
              <a:avLst/>
              <a:gdLst/>
              <a:ahLst/>
              <a:cxnLst/>
              <a:rect l="l" t="t" r="r" b="b"/>
              <a:pathLst>
                <a:path w="772" h="3266" extrusionOk="0">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3" name="Google Shape;113;p137"/>
            <p:cNvSpPr/>
            <p:nvPr/>
          </p:nvSpPr>
          <p:spPr>
            <a:xfrm flipH="1">
              <a:off x="5506" y="1333"/>
              <a:ext cx="205" cy="1633"/>
            </a:xfrm>
            <a:custGeom>
              <a:avLst/>
              <a:gdLst/>
              <a:ahLst/>
              <a:cxnLst/>
              <a:rect l="l" t="t" r="r" b="b"/>
              <a:pathLst>
                <a:path w="772" h="3266" extrusionOk="0">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114" name="Google Shape;114;p137"/>
          <p:cNvGrpSpPr/>
          <p:nvPr/>
        </p:nvGrpSpPr>
        <p:grpSpPr>
          <a:xfrm>
            <a:off x="7171101" y="-85888"/>
            <a:ext cx="2428148" cy="2245051"/>
            <a:chOff x="4517" y="-54"/>
            <a:chExt cx="1530" cy="1414"/>
          </a:xfrm>
        </p:grpSpPr>
        <p:grpSp>
          <p:nvGrpSpPr>
            <p:cNvPr id="115" name="Google Shape;115;p137"/>
            <p:cNvGrpSpPr/>
            <p:nvPr/>
          </p:nvGrpSpPr>
          <p:grpSpPr>
            <a:xfrm>
              <a:off x="4517" y="-54"/>
              <a:ext cx="1530" cy="1414"/>
              <a:chOff x="4517" y="-54"/>
              <a:chExt cx="1530" cy="1414"/>
            </a:xfrm>
          </p:grpSpPr>
          <p:sp>
            <p:nvSpPr>
              <p:cNvPr id="116" name="Google Shape;116;p137"/>
              <p:cNvSpPr/>
              <p:nvPr/>
            </p:nvSpPr>
            <p:spPr>
              <a:xfrm rot="-3180000">
                <a:off x="5430" y="1086"/>
                <a:ext cx="62" cy="288"/>
              </a:xfrm>
              <a:custGeom>
                <a:avLst/>
                <a:gdLst/>
                <a:ahLst/>
                <a:cxnLst/>
                <a:rect l="l" t="t" r="r" b="b"/>
                <a:pathLst>
                  <a:path w="245" h="806" extrusionOk="0">
                    <a:moveTo>
                      <a:pt x="123" y="9"/>
                    </a:moveTo>
                    <a:lnTo>
                      <a:pt x="131" y="342"/>
                    </a:lnTo>
                    <a:lnTo>
                      <a:pt x="0" y="806"/>
                    </a:lnTo>
                    <a:lnTo>
                      <a:pt x="79" y="789"/>
                    </a:lnTo>
                    <a:lnTo>
                      <a:pt x="218" y="376"/>
                    </a:lnTo>
                    <a:lnTo>
                      <a:pt x="245" y="0"/>
                    </a:lnTo>
                    <a:lnTo>
                      <a:pt x="123" y="9"/>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nvGrpSpPr>
              <p:cNvPr id="117" name="Google Shape;117;p137"/>
              <p:cNvGrpSpPr/>
              <p:nvPr/>
            </p:nvGrpSpPr>
            <p:grpSpPr>
              <a:xfrm>
                <a:off x="4517" y="-54"/>
                <a:ext cx="1530" cy="1414"/>
                <a:chOff x="4517" y="-54"/>
                <a:chExt cx="1530" cy="1414"/>
              </a:xfrm>
            </p:grpSpPr>
            <p:sp>
              <p:nvSpPr>
                <p:cNvPr id="118" name="Google Shape;118;p137"/>
                <p:cNvSpPr/>
                <p:nvPr/>
              </p:nvSpPr>
              <p:spPr>
                <a:xfrm rot="-3180000">
                  <a:off x="4966" y="71"/>
                  <a:ext cx="153" cy="125"/>
                </a:xfrm>
                <a:custGeom>
                  <a:avLst/>
                  <a:gdLst/>
                  <a:ahLst/>
                  <a:cxnLst/>
                  <a:rect l="l" t="t" r="r" b="b"/>
                  <a:pathLst>
                    <a:path w="604" h="349" extrusionOk="0">
                      <a:moveTo>
                        <a:pt x="0" y="0"/>
                      </a:moveTo>
                      <a:lnTo>
                        <a:pt x="298" y="184"/>
                      </a:lnTo>
                      <a:lnTo>
                        <a:pt x="500" y="349"/>
                      </a:lnTo>
                      <a:lnTo>
                        <a:pt x="604" y="140"/>
                      </a:lnTo>
                      <a:lnTo>
                        <a:pt x="359" y="9"/>
                      </a:lnTo>
                      <a:lnTo>
                        <a:pt x="464" y="184"/>
                      </a:lnTo>
                      <a:lnTo>
                        <a:pt x="131" y="17"/>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9" name="Google Shape;119;p137"/>
                <p:cNvSpPr/>
                <p:nvPr/>
              </p:nvSpPr>
              <p:spPr>
                <a:xfrm rot="-3180000">
                  <a:off x="5048" y="331"/>
                  <a:ext cx="269" cy="438"/>
                </a:xfrm>
                <a:custGeom>
                  <a:avLst/>
                  <a:gdLst/>
                  <a:ahLst/>
                  <a:cxnLst/>
                  <a:rect l="l" t="t" r="r" b="b"/>
                  <a:pathLst>
                    <a:path w="1064" h="1230" extrusionOk="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0" name="Google Shape;120;p137"/>
                <p:cNvSpPr/>
                <p:nvPr/>
              </p:nvSpPr>
              <p:spPr>
                <a:xfrm rot="-3180000">
                  <a:off x="4858" y="181"/>
                  <a:ext cx="505" cy="898"/>
                </a:xfrm>
                <a:custGeom>
                  <a:avLst/>
                  <a:gdLst/>
                  <a:ahLst/>
                  <a:cxnLst/>
                  <a:rect l="l" t="t" r="r" b="b"/>
                  <a:pathLst>
                    <a:path w="2002" h="2521" extrusionOk="0">
                      <a:moveTo>
                        <a:pt x="1941" y="0"/>
                      </a:moveTo>
                      <a:lnTo>
                        <a:pt x="0" y="2521"/>
                      </a:lnTo>
                      <a:lnTo>
                        <a:pt x="192" y="2450"/>
                      </a:lnTo>
                      <a:lnTo>
                        <a:pt x="2002" y="61"/>
                      </a:lnTo>
                      <a:lnTo>
                        <a:pt x="194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1" name="Google Shape;121;p137"/>
                <p:cNvSpPr/>
                <p:nvPr/>
              </p:nvSpPr>
              <p:spPr>
                <a:xfrm rot="-3180000">
                  <a:off x="4903" y="-19"/>
                  <a:ext cx="758" cy="1344"/>
                </a:xfrm>
                <a:custGeom>
                  <a:avLst/>
                  <a:gdLst/>
                  <a:ahLst/>
                  <a:cxnLst/>
                  <a:rect l="l" t="t" r="r" b="b"/>
                  <a:pathLst>
                    <a:path w="3007" h="3771" extrusionOk="0">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2" name="Google Shape;122;p137"/>
                <p:cNvSpPr/>
                <p:nvPr/>
              </p:nvSpPr>
              <p:spPr>
                <a:xfrm rot="-3180000">
                  <a:off x="5297" y="896"/>
                  <a:ext cx="169" cy="122"/>
                </a:xfrm>
                <a:custGeom>
                  <a:avLst/>
                  <a:gdLst/>
                  <a:ahLst/>
                  <a:cxnLst/>
                  <a:rect l="l" t="t" r="r" b="b"/>
                  <a:pathLst>
                    <a:path w="673" h="342" extrusionOk="0">
                      <a:moveTo>
                        <a:pt x="0" y="80"/>
                      </a:moveTo>
                      <a:lnTo>
                        <a:pt x="255" y="106"/>
                      </a:lnTo>
                      <a:lnTo>
                        <a:pt x="639" y="342"/>
                      </a:lnTo>
                      <a:lnTo>
                        <a:pt x="673" y="289"/>
                      </a:lnTo>
                      <a:lnTo>
                        <a:pt x="447" y="114"/>
                      </a:lnTo>
                      <a:lnTo>
                        <a:pt x="26" y="0"/>
                      </a:lnTo>
                      <a:lnTo>
                        <a:pt x="0" y="8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3" name="Google Shape;123;p137"/>
                <p:cNvSpPr/>
                <p:nvPr/>
              </p:nvSpPr>
              <p:spPr>
                <a:xfrm rot="-3180000">
                  <a:off x="5253" y="805"/>
                  <a:ext cx="181" cy="144"/>
                </a:xfrm>
                <a:custGeom>
                  <a:avLst/>
                  <a:gdLst/>
                  <a:ahLst/>
                  <a:cxnLst/>
                  <a:rect l="l" t="t" r="r" b="b"/>
                  <a:pathLst>
                    <a:path w="716" h="403" extrusionOk="0">
                      <a:moveTo>
                        <a:pt x="0" y="78"/>
                      </a:moveTo>
                      <a:lnTo>
                        <a:pt x="340" y="148"/>
                      </a:lnTo>
                      <a:lnTo>
                        <a:pt x="638" y="403"/>
                      </a:lnTo>
                      <a:lnTo>
                        <a:pt x="716" y="296"/>
                      </a:lnTo>
                      <a:lnTo>
                        <a:pt x="420" y="114"/>
                      </a:lnTo>
                      <a:lnTo>
                        <a:pt x="70" y="0"/>
                      </a:lnTo>
                      <a:lnTo>
                        <a:pt x="0" y="7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4" name="Google Shape;124;p137"/>
                <p:cNvSpPr/>
                <p:nvPr/>
              </p:nvSpPr>
              <p:spPr>
                <a:xfrm rot="-3180000">
                  <a:off x="4985" y="210"/>
                  <a:ext cx="181" cy="147"/>
                </a:xfrm>
                <a:custGeom>
                  <a:avLst/>
                  <a:gdLst/>
                  <a:ahLst/>
                  <a:cxnLst/>
                  <a:rect l="l" t="t" r="r" b="b"/>
                  <a:pathLst>
                    <a:path w="717" h="411" extrusionOk="0">
                      <a:moveTo>
                        <a:pt x="0" y="78"/>
                      </a:moveTo>
                      <a:lnTo>
                        <a:pt x="316" y="139"/>
                      </a:lnTo>
                      <a:lnTo>
                        <a:pt x="649" y="411"/>
                      </a:lnTo>
                      <a:lnTo>
                        <a:pt x="717" y="314"/>
                      </a:lnTo>
                      <a:lnTo>
                        <a:pt x="394" y="87"/>
                      </a:lnTo>
                      <a:lnTo>
                        <a:pt x="54" y="0"/>
                      </a:lnTo>
                      <a:lnTo>
                        <a:pt x="0" y="7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5" name="Google Shape;125;p137"/>
                <p:cNvSpPr/>
                <p:nvPr/>
              </p:nvSpPr>
              <p:spPr>
                <a:xfrm rot="-3180000">
                  <a:off x="4948" y="141"/>
                  <a:ext cx="179" cy="138"/>
                </a:xfrm>
                <a:custGeom>
                  <a:avLst/>
                  <a:gdLst/>
                  <a:ahLst/>
                  <a:cxnLst/>
                  <a:rect l="l" t="t" r="r" b="b"/>
                  <a:pathLst>
                    <a:path w="709" h="386" extrusionOk="0">
                      <a:moveTo>
                        <a:pt x="0" y="88"/>
                      </a:moveTo>
                      <a:lnTo>
                        <a:pt x="272" y="131"/>
                      </a:lnTo>
                      <a:lnTo>
                        <a:pt x="665" y="386"/>
                      </a:lnTo>
                      <a:lnTo>
                        <a:pt x="709" y="308"/>
                      </a:lnTo>
                      <a:lnTo>
                        <a:pt x="306" y="53"/>
                      </a:lnTo>
                      <a:lnTo>
                        <a:pt x="43" y="0"/>
                      </a:lnTo>
                      <a:lnTo>
                        <a:pt x="0" y="8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cxnSp>
          <p:nvCxnSpPr>
            <p:cNvPr id="126" name="Google Shape;126;p137"/>
            <p:cNvCxnSpPr/>
            <p:nvPr/>
          </p:nvCxnSpPr>
          <p:spPr>
            <a:xfrm>
              <a:off x="4870" y="84"/>
              <a:ext cx="42" cy="96"/>
            </a:xfrm>
            <a:prstGeom prst="straightConnector1">
              <a:avLst/>
            </a:prstGeom>
            <a:noFill/>
            <a:ln w="38100" cap="flat" cmpd="sng">
              <a:solidFill>
                <a:schemeClr val="accent2"/>
              </a:solidFill>
              <a:prstDash val="solid"/>
              <a:miter lim="800000"/>
              <a:headEnd type="none" w="med" len="med"/>
              <a:tailEnd type="none" w="med" len="med"/>
            </a:ln>
          </p:spPr>
        </p:cxnSp>
      </p:gr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0"/>
        <p:cNvGrpSpPr/>
        <p:nvPr/>
      </p:nvGrpSpPr>
      <p:grpSpPr>
        <a:xfrm>
          <a:off x="0" y="0"/>
          <a:ext cx="0" cy="0"/>
          <a:chOff x="0" y="0"/>
          <a:chExt cx="0" cy="0"/>
        </a:xfrm>
      </p:grpSpPr>
      <p:grpSp>
        <p:nvGrpSpPr>
          <p:cNvPr id="191" name="Google Shape;191;p157"/>
          <p:cNvGrpSpPr/>
          <p:nvPr/>
        </p:nvGrpSpPr>
        <p:grpSpPr>
          <a:xfrm>
            <a:off x="0" y="2438400"/>
            <a:ext cx="9009062" cy="1052512"/>
            <a:chOff x="0" y="1536"/>
            <a:chExt cx="5675" cy="663"/>
          </a:xfrm>
        </p:grpSpPr>
        <p:grpSp>
          <p:nvGrpSpPr>
            <p:cNvPr id="192" name="Google Shape;192;p157"/>
            <p:cNvGrpSpPr/>
            <p:nvPr/>
          </p:nvGrpSpPr>
          <p:grpSpPr>
            <a:xfrm>
              <a:off x="183" y="1604"/>
              <a:ext cx="448" cy="299"/>
              <a:chOff x="720" y="336"/>
              <a:chExt cx="624" cy="432"/>
            </a:xfrm>
          </p:grpSpPr>
          <p:sp>
            <p:nvSpPr>
              <p:cNvPr id="193" name="Google Shape;193;p157"/>
              <p:cNvSpPr txBox="1"/>
              <p:nvPr/>
            </p:nvSpPr>
            <p:spPr>
              <a:xfrm>
                <a:off x="720" y="336"/>
                <a:ext cx="384" cy="43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4" name="Google Shape;194;p157"/>
              <p:cNvSpPr txBox="1"/>
              <p:nvPr/>
            </p:nvSpPr>
            <p:spPr>
              <a:xfrm>
                <a:off x="1056" y="336"/>
                <a:ext cx="288" cy="43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195" name="Google Shape;195;p157"/>
            <p:cNvGrpSpPr/>
            <p:nvPr/>
          </p:nvGrpSpPr>
          <p:grpSpPr>
            <a:xfrm>
              <a:off x="261" y="1870"/>
              <a:ext cx="465" cy="299"/>
              <a:chOff x="912" y="2640"/>
              <a:chExt cx="672" cy="432"/>
            </a:xfrm>
          </p:grpSpPr>
          <p:sp>
            <p:nvSpPr>
              <p:cNvPr id="196" name="Google Shape;196;p157"/>
              <p:cNvSpPr txBox="1"/>
              <p:nvPr/>
            </p:nvSpPr>
            <p:spPr>
              <a:xfrm>
                <a:off x="912" y="2640"/>
                <a:ext cx="384" cy="43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7" name="Google Shape;197;p157"/>
              <p:cNvSpPr txBox="1"/>
              <p:nvPr/>
            </p:nvSpPr>
            <p:spPr>
              <a:xfrm>
                <a:off x="1249" y="2640"/>
                <a:ext cx="335" cy="43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sp>
          <p:nvSpPr>
            <p:cNvPr id="198" name="Google Shape;198;p157"/>
            <p:cNvSpPr txBox="1"/>
            <p:nvPr/>
          </p:nvSpPr>
          <p:spPr>
            <a:xfrm>
              <a:off x="0" y="1824"/>
              <a:ext cx="353" cy="266"/>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9" name="Google Shape;199;p157"/>
            <p:cNvSpPr txBox="1"/>
            <p:nvPr/>
          </p:nvSpPr>
          <p:spPr>
            <a:xfrm>
              <a:off x="400" y="1536"/>
              <a:ext cx="20" cy="663"/>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0" name="Google Shape;200;p157"/>
            <p:cNvSpPr txBox="1"/>
            <p:nvPr/>
          </p:nvSpPr>
          <p:spPr>
            <a:xfrm rot="10800000" flipH="1">
              <a:off x="199" y="2054"/>
              <a:ext cx="5476" cy="35"/>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sp>
        <p:nvSpPr>
          <p:cNvPr id="201" name="Google Shape;201;p157"/>
          <p:cNvSpPr txBox="1"/>
          <p:nvPr/>
        </p:nvSpPr>
        <p:spPr>
          <a:xfrm>
            <a:off x="0" y="6553200"/>
            <a:ext cx="220980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McGraw-Hill</a:t>
            </a:r>
            <a:endParaRPr/>
          </a:p>
        </p:txBody>
      </p:sp>
      <p:sp>
        <p:nvSpPr>
          <p:cNvPr id="202" name="Google Shape;202;p157"/>
          <p:cNvSpPr txBox="1"/>
          <p:nvPr/>
        </p:nvSpPr>
        <p:spPr>
          <a:xfrm>
            <a:off x="4572000" y="6553200"/>
            <a:ext cx="4572000" cy="304800"/>
          </a:xfrm>
          <a:prstGeom prst="rect">
            <a:avLst/>
          </a:prstGeom>
          <a:noFill/>
          <a:ln>
            <a:noFill/>
          </a:ln>
        </p:spPr>
        <p:txBody>
          <a:bodyPr spcFirstLastPara="1" wrap="square" lIns="91425" tIns="45700" rIns="91425" bIns="45700" anchor="t" anchorCtr="0">
            <a:spAutoFit/>
          </a:bodyPr>
          <a:lstStyle/>
          <a:p>
            <a:pPr marL="0" marR="0" lvl="0" indent="-88900" algn="r" rtl="0">
              <a:lnSpc>
                <a:spcPct val="100000"/>
              </a:lnSpc>
              <a:spcBef>
                <a:spcPts val="0"/>
              </a:spcBef>
              <a:spcAft>
                <a:spcPts val="0"/>
              </a:spcAft>
              <a:buClr>
                <a:schemeClr val="dk1"/>
              </a:buClr>
              <a:buSzPts val="1400"/>
              <a:buFont typeface="Arial"/>
              <a:buChar char="©"/>
            </a:pPr>
            <a:r>
              <a:rPr lang="en-US" sz="1400" b="0" i="0" u="none">
                <a:solidFill>
                  <a:schemeClr val="dk1"/>
                </a:solidFill>
                <a:latin typeface="Arial"/>
                <a:ea typeface="Arial"/>
                <a:cs typeface="Arial"/>
                <a:sym typeface="Arial"/>
              </a:rPr>
              <a:t>The McGraw-Hill Companies, Inc., 2000</a:t>
            </a:r>
            <a:endParaRPr/>
          </a:p>
        </p:txBody>
      </p:sp>
      <p:sp>
        <p:nvSpPr>
          <p:cNvPr id="203" name="Google Shape;203;p157"/>
          <p:cNvSpPr txBox="1">
            <a:spLocks noGrp="1"/>
          </p:cNvSpPr>
          <p:nvPr>
            <p:ph type="dt" idx="10"/>
          </p:nvPr>
        </p:nvSpPr>
        <p:spPr>
          <a:xfrm>
            <a:off x="990600" y="6248400"/>
            <a:ext cx="19050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1"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9pPr>
          </a:lstStyle>
          <a:p>
            <a:endParaRPr/>
          </a:p>
        </p:txBody>
      </p:sp>
      <p:sp>
        <p:nvSpPr>
          <p:cNvPr id="204" name="Google Shape;204;p157"/>
          <p:cNvSpPr txBox="1">
            <a:spLocks noGrp="1"/>
          </p:cNvSpPr>
          <p:nvPr>
            <p:ph type="ftr" idx="11"/>
          </p:nvPr>
        </p:nvSpPr>
        <p:spPr>
          <a:xfrm>
            <a:off x="3429000" y="6248400"/>
            <a:ext cx="2895600" cy="4572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SzPts val="1400"/>
              <a:buNone/>
              <a:defRPr sz="1400" b="0" i="0" u="none">
                <a:solidFill>
                  <a:schemeClr val="lt2"/>
                </a:solidFill>
                <a:latin typeface="Tahoma"/>
                <a:ea typeface="Tahoma"/>
                <a:cs typeface="Tahoma"/>
                <a:sym typeface="Tahoma"/>
              </a:defRPr>
            </a:lvl1pPr>
            <a:lvl2pPr marR="0" lvl="1"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9pPr>
          </a:lstStyle>
          <a:p>
            <a:endParaRPr/>
          </a:p>
        </p:txBody>
      </p:sp>
      <p:sp>
        <p:nvSpPr>
          <p:cNvPr id="205" name="Google Shape;205;p157"/>
          <p:cNvSpPr txBox="1">
            <a:spLocks noGrp="1"/>
          </p:cNvSpPr>
          <p:nvPr>
            <p:ph type="sldNum" idx="12"/>
          </p:nvPr>
        </p:nvSpPr>
        <p:spPr>
          <a:xfrm>
            <a:off x="68580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1pPr>
            <a:lvl2pPr marL="0" marR="0" lvl="1" indent="0" algn="r" rtl="0">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2pPr>
            <a:lvl3pPr marL="0" marR="0" lvl="2" indent="0" algn="r" rtl="0">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3pPr>
            <a:lvl4pPr marL="0" marR="0" lvl="3" indent="0" algn="r" rtl="0">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4pPr>
            <a:lvl5pPr marL="0" marR="0" lvl="4" indent="0" algn="r" rtl="0">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5pPr>
            <a:lvl6pPr marL="0" marR="0" lvl="5" indent="0" algn="r" rtl="0">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6pPr>
            <a:lvl7pPr marL="0" marR="0" lvl="6" indent="0" algn="r" rtl="0">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7pPr>
            <a:lvl8pPr marL="0" marR="0" lvl="7" indent="0" algn="r" rtl="0">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8pPr>
            <a:lvl9pPr marL="0" marR="0" lvl="8" indent="0" algn="r" rtl="0">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2"/>
        <p:cNvGrpSpPr/>
        <p:nvPr/>
      </p:nvGrpSpPr>
      <p:grpSpPr>
        <a:xfrm>
          <a:off x="0" y="0"/>
          <a:ext cx="0" cy="0"/>
          <a:chOff x="0" y="0"/>
          <a:chExt cx="0" cy="0"/>
        </a:xfrm>
      </p:grpSpPr>
      <p:sp>
        <p:nvSpPr>
          <p:cNvPr id="213" name="Google Shape;213;p159"/>
          <p:cNvSpPr/>
          <p:nvPr/>
        </p:nvSpPr>
        <p:spPr>
          <a:xfrm>
            <a:off x="20637" y="12700"/>
            <a:ext cx="8896350" cy="6780212"/>
          </a:xfrm>
          <a:custGeom>
            <a:avLst/>
            <a:gdLst/>
            <a:ahLst/>
            <a:cxnLst/>
            <a:rect l="l" t="t" r="r" b="b"/>
            <a:pathLst>
              <a:path w="3985" h="3619" extrusionOk="0">
                <a:moveTo>
                  <a:pt x="2822" y="0"/>
                </a:moveTo>
                <a:lnTo>
                  <a:pt x="0" y="975"/>
                </a:lnTo>
                <a:lnTo>
                  <a:pt x="2169" y="3619"/>
                </a:lnTo>
                <a:lnTo>
                  <a:pt x="3985" y="1125"/>
                </a:lnTo>
                <a:lnTo>
                  <a:pt x="282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nvGrpSpPr>
          <p:cNvPr id="214" name="Google Shape;214;p159"/>
          <p:cNvGrpSpPr/>
          <p:nvPr/>
        </p:nvGrpSpPr>
        <p:grpSpPr>
          <a:xfrm>
            <a:off x="195262" y="234950"/>
            <a:ext cx="3787775" cy="1778000"/>
            <a:chOff x="123" y="148"/>
            <a:chExt cx="2386" cy="1120"/>
          </a:xfrm>
        </p:grpSpPr>
        <p:sp>
          <p:nvSpPr>
            <p:cNvPr id="215" name="Google Shape;215;p159"/>
            <p:cNvSpPr/>
            <p:nvPr/>
          </p:nvSpPr>
          <p:spPr>
            <a:xfrm>
              <a:off x="177" y="177"/>
              <a:ext cx="2250" cy="1017"/>
            </a:xfrm>
            <a:custGeom>
              <a:avLst/>
              <a:gdLst/>
              <a:ahLst/>
              <a:cxnLst/>
              <a:rect l="l" t="t" r="r" b="b"/>
              <a:pathLst>
                <a:path w="794" h="414" extrusionOk="0">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6" name="Google Shape;216;p159"/>
            <p:cNvSpPr/>
            <p:nvPr/>
          </p:nvSpPr>
          <p:spPr>
            <a:xfrm>
              <a:off x="166" y="261"/>
              <a:ext cx="2244" cy="1007"/>
            </a:xfrm>
            <a:custGeom>
              <a:avLst/>
              <a:gdLst/>
              <a:ahLst/>
              <a:cxnLst/>
              <a:rect l="l" t="t" r="r" b="b"/>
              <a:pathLst>
                <a:path w="1586" h="821" extrusionOk="0">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7" name="Google Shape;217;p159"/>
            <p:cNvSpPr/>
            <p:nvPr/>
          </p:nvSpPr>
          <p:spPr>
            <a:xfrm>
              <a:off x="474" y="344"/>
              <a:ext cx="1488" cy="919"/>
            </a:xfrm>
            <a:custGeom>
              <a:avLst/>
              <a:gdLst/>
              <a:ahLst/>
              <a:cxnLst/>
              <a:rect l="l" t="t" r="r" b="b"/>
              <a:pathLst>
                <a:path w="1049" h="747" extrusionOk="0">
                  <a:moveTo>
                    <a:pt x="0" y="325"/>
                  </a:moveTo>
                  <a:lnTo>
                    <a:pt x="922" y="747"/>
                  </a:lnTo>
                  <a:lnTo>
                    <a:pt x="939" y="534"/>
                  </a:lnTo>
                  <a:lnTo>
                    <a:pt x="1049" y="422"/>
                  </a:lnTo>
                  <a:lnTo>
                    <a:pt x="78" y="0"/>
                  </a:lnTo>
                  <a:lnTo>
                    <a:pt x="0" y="127"/>
                  </a:lnTo>
                  <a:lnTo>
                    <a:pt x="0" y="32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nvGrpSpPr>
            <p:cNvPr id="218" name="Google Shape;218;p159"/>
            <p:cNvGrpSpPr/>
            <p:nvPr/>
          </p:nvGrpSpPr>
          <p:grpSpPr>
            <a:xfrm>
              <a:off x="123" y="148"/>
              <a:ext cx="2386" cy="1081"/>
              <a:chOff x="123" y="148"/>
              <a:chExt cx="2386" cy="1081"/>
            </a:xfrm>
          </p:grpSpPr>
          <p:sp>
            <p:nvSpPr>
              <p:cNvPr id="219" name="Google Shape;219;p159"/>
              <p:cNvSpPr/>
              <p:nvPr/>
            </p:nvSpPr>
            <p:spPr>
              <a:xfrm>
                <a:off x="2005" y="934"/>
                <a:ext cx="212" cy="214"/>
              </a:xfrm>
              <a:custGeom>
                <a:avLst/>
                <a:gdLst/>
                <a:ahLst/>
                <a:cxnLst/>
                <a:rect l="l" t="t" r="r" b="b"/>
                <a:pathLst>
                  <a:path w="150" h="173" extrusionOk="0">
                    <a:moveTo>
                      <a:pt x="110" y="0"/>
                    </a:moveTo>
                    <a:lnTo>
                      <a:pt x="40" y="66"/>
                    </a:lnTo>
                    <a:lnTo>
                      <a:pt x="0" y="173"/>
                    </a:lnTo>
                    <a:lnTo>
                      <a:pt x="80" y="160"/>
                    </a:lnTo>
                    <a:lnTo>
                      <a:pt x="103" y="84"/>
                    </a:lnTo>
                    <a:lnTo>
                      <a:pt x="150" y="27"/>
                    </a:lnTo>
                    <a:lnTo>
                      <a:pt x="11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0" name="Google Shape;220;p159"/>
              <p:cNvSpPr/>
              <p:nvPr/>
            </p:nvSpPr>
            <p:spPr>
              <a:xfrm>
                <a:off x="123" y="148"/>
                <a:ext cx="2386" cy="1081"/>
              </a:xfrm>
              <a:custGeom>
                <a:avLst/>
                <a:gdLst/>
                <a:ahLst/>
                <a:cxnLst/>
                <a:rect l="l" t="t" r="r" b="b"/>
                <a:pathLst>
                  <a:path w="1684" h="880" extrusionOk="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1" name="Google Shape;221;p159"/>
              <p:cNvSpPr/>
              <p:nvPr/>
            </p:nvSpPr>
            <p:spPr>
              <a:xfrm>
                <a:off x="324" y="158"/>
                <a:ext cx="1686" cy="614"/>
              </a:xfrm>
              <a:custGeom>
                <a:avLst/>
                <a:gdLst/>
                <a:ahLst/>
                <a:cxnLst/>
                <a:rect l="l" t="t" r="r" b="b"/>
                <a:pathLst>
                  <a:path w="1190" h="500" extrusionOk="0">
                    <a:moveTo>
                      <a:pt x="100" y="0"/>
                    </a:moveTo>
                    <a:lnTo>
                      <a:pt x="1190" y="490"/>
                    </a:lnTo>
                    <a:lnTo>
                      <a:pt x="1076" y="500"/>
                    </a:lnTo>
                    <a:lnTo>
                      <a:pt x="0" y="27"/>
                    </a:lnTo>
                    <a:lnTo>
                      <a:pt x="10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2" name="Google Shape;222;p159"/>
              <p:cNvSpPr/>
              <p:nvPr/>
            </p:nvSpPr>
            <p:spPr>
              <a:xfrm>
                <a:off x="409" y="251"/>
                <a:ext cx="227" cy="410"/>
              </a:xfrm>
              <a:custGeom>
                <a:avLst/>
                <a:gdLst/>
                <a:ahLst/>
                <a:cxnLst/>
                <a:rect l="l" t="t" r="r" b="b"/>
                <a:pathLst>
                  <a:path w="160" h="335" extrusionOk="0">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3" name="Google Shape;223;p159"/>
              <p:cNvSpPr/>
              <p:nvPr/>
            </p:nvSpPr>
            <p:spPr>
              <a:xfrm>
                <a:off x="846" y="536"/>
                <a:ext cx="691" cy="364"/>
              </a:xfrm>
              <a:custGeom>
                <a:avLst/>
                <a:gdLst/>
                <a:ahLst/>
                <a:cxnLst/>
                <a:rect l="l" t="t" r="r" b="b"/>
                <a:pathLst>
                  <a:path w="489" h="296" extrusionOk="0">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grpSp>
        <p:nvGrpSpPr>
          <p:cNvPr id="224" name="Google Shape;224;p159"/>
          <p:cNvGrpSpPr/>
          <p:nvPr/>
        </p:nvGrpSpPr>
        <p:grpSpPr>
          <a:xfrm>
            <a:off x="7797642" y="4318434"/>
            <a:ext cx="979804" cy="1159594"/>
            <a:chOff x="4912" y="2720"/>
            <a:chExt cx="617" cy="730"/>
          </a:xfrm>
        </p:grpSpPr>
        <p:sp>
          <p:nvSpPr>
            <p:cNvPr id="225" name="Google Shape;225;p159"/>
            <p:cNvSpPr/>
            <p:nvPr/>
          </p:nvSpPr>
          <p:spPr>
            <a:xfrm rot="7320000">
              <a:off x="4909" y="2936"/>
              <a:ext cx="629" cy="293"/>
            </a:xfrm>
            <a:custGeom>
              <a:avLst/>
              <a:gdLst/>
              <a:ahLst/>
              <a:cxnLst/>
              <a:rect l="l" t="t" r="r" b="b"/>
              <a:pathLst>
                <a:path w="794" h="414" extrusionOk="0">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6" name="Google Shape;226;p159"/>
            <p:cNvSpPr/>
            <p:nvPr/>
          </p:nvSpPr>
          <p:spPr>
            <a:xfrm rot="7320000">
              <a:off x="4893" y="2922"/>
              <a:ext cx="627" cy="290"/>
            </a:xfrm>
            <a:custGeom>
              <a:avLst/>
              <a:gdLst/>
              <a:ahLst/>
              <a:cxnLst/>
              <a:rect l="l" t="t" r="r" b="b"/>
              <a:pathLst>
                <a:path w="1586" h="821" extrusionOk="0">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folHlink"/>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7" name="Google Shape;227;p159"/>
            <p:cNvSpPr/>
            <p:nvPr/>
          </p:nvSpPr>
          <p:spPr>
            <a:xfrm rot="7320000">
              <a:off x="4999" y="2912"/>
              <a:ext cx="416" cy="265"/>
            </a:xfrm>
            <a:custGeom>
              <a:avLst/>
              <a:gdLst/>
              <a:ahLst/>
              <a:cxnLst/>
              <a:rect l="l" t="t" r="r" b="b"/>
              <a:pathLst>
                <a:path w="1049" h="747" extrusionOk="0">
                  <a:moveTo>
                    <a:pt x="0" y="325"/>
                  </a:moveTo>
                  <a:lnTo>
                    <a:pt x="922" y="747"/>
                  </a:lnTo>
                  <a:lnTo>
                    <a:pt x="939" y="534"/>
                  </a:lnTo>
                  <a:lnTo>
                    <a:pt x="1049" y="422"/>
                  </a:lnTo>
                  <a:lnTo>
                    <a:pt x="78" y="0"/>
                  </a:lnTo>
                  <a:lnTo>
                    <a:pt x="0" y="127"/>
                  </a:lnTo>
                  <a:lnTo>
                    <a:pt x="0" y="32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nvGrpSpPr>
            <p:cNvPr id="228" name="Google Shape;228;p159"/>
            <p:cNvGrpSpPr/>
            <p:nvPr/>
          </p:nvGrpSpPr>
          <p:grpSpPr>
            <a:xfrm>
              <a:off x="4912" y="2720"/>
              <a:ext cx="617" cy="730"/>
              <a:chOff x="4912" y="2720"/>
              <a:chExt cx="617" cy="730"/>
            </a:xfrm>
          </p:grpSpPr>
          <p:sp>
            <p:nvSpPr>
              <p:cNvPr id="229" name="Google Shape;229;p159"/>
              <p:cNvSpPr/>
              <p:nvPr/>
            </p:nvSpPr>
            <p:spPr>
              <a:xfrm rot="7320000">
                <a:off x="4987" y="3190"/>
                <a:ext cx="59" cy="61"/>
              </a:xfrm>
              <a:custGeom>
                <a:avLst/>
                <a:gdLst/>
                <a:ahLst/>
                <a:cxnLst/>
                <a:rect l="l" t="t" r="r" b="b"/>
                <a:pathLst>
                  <a:path w="150" h="173" extrusionOk="0">
                    <a:moveTo>
                      <a:pt x="110" y="0"/>
                    </a:moveTo>
                    <a:lnTo>
                      <a:pt x="40" y="66"/>
                    </a:lnTo>
                    <a:lnTo>
                      <a:pt x="0" y="173"/>
                    </a:lnTo>
                    <a:lnTo>
                      <a:pt x="80" y="160"/>
                    </a:lnTo>
                    <a:lnTo>
                      <a:pt x="103" y="84"/>
                    </a:lnTo>
                    <a:lnTo>
                      <a:pt x="150" y="27"/>
                    </a:lnTo>
                    <a:lnTo>
                      <a:pt x="11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0" name="Google Shape;230;p159"/>
              <p:cNvSpPr/>
              <p:nvPr/>
            </p:nvSpPr>
            <p:spPr>
              <a:xfrm rot="7320000">
                <a:off x="4887" y="2930"/>
                <a:ext cx="667" cy="311"/>
              </a:xfrm>
              <a:custGeom>
                <a:avLst/>
                <a:gdLst/>
                <a:ahLst/>
                <a:cxnLst/>
                <a:rect l="l" t="t" r="r" b="b"/>
                <a:pathLst>
                  <a:path w="1684" h="880" extrusionOk="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1" name="Google Shape;231;p159"/>
              <p:cNvSpPr/>
              <p:nvPr/>
            </p:nvSpPr>
            <p:spPr>
              <a:xfrm rot="7320000">
                <a:off x="5062" y="2997"/>
                <a:ext cx="472" cy="176"/>
              </a:xfrm>
              <a:custGeom>
                <a:avLst/>
                <a:gdLst/>
                <a:ahLst/>
                <a:cxnLst/>
                <a:rect l="l" t="t" r="r" b="b"/>
                <a:pathLst>
                  <a:path w="1190" h="500" extrusionOk="0">
                    <a:moveTo>
                      <a:pt x="100" y="0"/>
                    </a:moveTo>
                    <a:lnTo>
                      <a:pt x="1190" y="490"/>
                    </a:lnTo>
                    <a:lnTo>
                      <a:pt x="1076" y="500"/>
                    </a:lnTo>
                    <a:lnTo>
                      <a:pt x="0" y="27"/>
                    </a:lnTo>
                    <a:lnTo>
                      <a:pt x="10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2" name="Google Shape;232;p159"/>
              <p:cNvSpPr/>
              <p:nvPr/>
            </p:nvSpPr>
            <p:spPr>
              <a:xfrm rot="7320000">
                <a:off x="5363" y="2873"/>
                <a:ext cx="63" cy="118"/>
              </a:xfrm>
              <a:custGeom>
                <a:avLst/>
                <a:gdLst/>
                <a:ahLst/>
                <a:cxnLst/>
                <a:rect l="l" t="t" r="r" b="b"/>
                <a:pathLst>
                  <a:path w="160" h="335" extrusionOk="0">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3" name="Google Shape;233;p159"/>
              <p:cNvSpPr/>
              <p:nvPr/>
            </p:nvSpPr>
            <p:spPr>
              <a:xfrm rot="7320000">
                <a:off x="5136" y="2999"/>
                <a:ext cx="193" cy="104"/>
              </a:xfrm>
              <a:custGeom>
                <a:avLst/>
                <a:gdLst/>
                <a:ahLst/>
                <a:cxnLst/>
                <a:rect l="l" t="t" r="r" b="b"/>
                <a:pathLst>
                  <a:path w="489" h="296" extrusionOk="0">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sp>
        <p:nvSpPr>
          <p:cNvPr id="234" name="Google Shape;234;p159"/>
          <p:cNvSpPr/>
          <p:nvPr/>
        </p:nvSpPr>
        <p:spPr>
          <a:xfrm>
            <a:off x="901700" y="5054600"/>
            <a:ext cx="6807200" cy="728662"/>
          </a:xfrm>
          <a:custGeom>
            <a:avLst/>
            <a:gdLst/>
            <a:ahLst/>
            <a:cxnLst/>
            <a:rect l="l" t="t" r="r" b="b"/>
            <a:pathLst>
              <a:path w="4288" h="459" extrusionOk="0">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5" name="Google Shape;235;p159"/>
          <p:cNvSpPr/>
          <p:nvPr/>
        </p:nvSpPr>
        <p:spPr>
          <a:xfrm>
            <a:off x="4076700" y="1930400"/>
            <a:ext cx="889000" cy="381000"/>
          </a:xfrm>
          <a:custGeom>
            <a:avLst/>
            <a:gdLst/>
            <a:ahLst/>
            <a:cxnLst/>
            <a:rect l="l" t="t" r="r" b="b"/>
            <a:pathLst>
              <a:path w="560" h="240" extrusionOk="0">
                <a:moveTo>
                  <a:pt x="0" y="32"/>
                </a:moveTo>
                <a:cubicBezTo>
                  <a:pt x="102" y="89"/>
                  <a:pt x="205" y="147"/>
                  <a:pt x="280" y="144"/>
                </a:cubicBezTo>
                <a:cubicBezTo>
                  <a:pt x="355" y="141"/>
                  <a:pt x="401" y="0"/>
                  <a:pt x="448" y="16"/>
                </a:cubicBezTo>
                <a:cubicBezTo>
                  <a:pt x="495" y="32"/>
                  <a:pt x="541" y="201"/>
                  <a:pt x="560" y="240"/>
                </a:cubicBezTo>
              </a:path>
            </a:pathLst>
          </a:custGeom>
          <a:noFill/>
          <a:ln w="114300"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6" name="Google Shape;236;p159"/>
          <p:cNvSpPr txBox="1"/>
          <p:nvPr/>
        </p:nvSpPr>
        <p:spPr>
          <a:xfrm>
            <a:off x="0" y="6553200"/>
            <a:ext cx="220980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McGraw-Hill</a:t>
            </a:r>
            <a:endParaRPr/>
          </a:p>
        </p:txBody>
      </p:sp>
      <p:sp>
        <p:nvSpPr>
          <p:cNvPr id="237" name="Google Shape;237;p159"/>
          <p:cNvSpPr txBox="1"/>
          <p:nvPr/>
        </p:nvSpPr>
        <p:spPr>
          <a:xfrm>
            <a:off x="4572000" y="6553200"/>
            <a:ext cx="4572000" cy="304800"/>
          </a:xfrm>
          <a:prstGeom prst="rect">
            <a:avLst/>
          </a:prstGeom>
          <a:noFill/>
          <a:ln>
            <a:noFill/>
          </a:ln>
        </p:spPr>
        <p:txBody>
          <a:bodyPr spcFirstLastPara="1" wrap="square" lIns="91425" tIns="45700" rIns="91425" bIns="45700" anchor="t" anchorCtr="0">
            <a:spAutoFit/>
          </a:bodyPr>
          <a:lstStyle/>
          <a:p>
            <a:pPr marL="0" marR="0" lvl="0" indent="-88900" algn="r" rtl="0">
              <a:lnSpc>
                <a:spcPct val="100000"/>
              </a:lnSpc>
              <a:spcBef>
                <a:spcPts val="0"/>
              </a:spcBef>
              <a:spcAft>
                <a:spcPts val="0"/>
              </a:spcAft>
              <a:buClr>
                <a:schemeClr val="dk1"/>
              </a:buClr>
              <a:buSzPts val="1400"/>
              <a:buFont typeface="Arial"/>
              <a:buChar char="©"/>
            </a:pPr>
            <a:r>
              <a:rPr lang="en-US" sz="1400" b="0" i="0" u="none">
                <a:solidFill>
                  <a:schemeClr val="dk1"/>
                </a:solidFill>
                <a:latin typeface="Arial"/>
                <a:ea typeface="Arial"/>
                <a:cs typeface="Arial"/>
                <a:sym typeface="Arial"/>
              </a:rPr>
              <a:t>The McGraw-Hill Companies, Inc., 2000</a:t>
            </a:r>
            <a:endParaRPr/>
          </a:p>
        </p:txBody>
      </p:sp>
      <p:sp>
        <p:nvSpPr>
          <p:cNvPr id="238" name="Google Shape;238;p159"/>
          <p:cNvSpPr txBox="1">
            <a:spLocks noGrp="1"/>
          </p:cNvSpPr>
          <p:nvPr>
            <p:ph type="title"/>
          </p:nvPr>
        </p:nvSpPr>
        <p:spPr>
          <a:xfrm>
            <a:off x="685800" y="152400"/>
            <a:ext cx="6870700" cy="1600200"/>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4400" b="0" i="0" u="none" strike="noStrike" cap="none">
                <a:solidFill>
                  <a:schemeClr val="dk1"/>
                </a:solidFill>
                <a:latin typeface="Comic Sans MS"/>
                <a:ea typeface="Comic Sans MS"/>
                <a:cs typeface="Comic Sans MS"/>
                <a:sym typeface="Comic Sans MS"/>
              </a:defRPr>
            </a:lvl1pPr>
            <a:lvl2pPr marR="0" lvl="1" algn="ctr" rtl="0">
              <a:spcBef>
                <a:spcPts val="0"/>
              </a:spcBef>
              <a:spcAft>
                <a:spcPts val="0"/>
              </a:spcAft>
              <a:buSzPts val="1400"/>
              <a:buNone/>
              <a:defRPr sz="4400" b="0" i="0" u="none" strike="noStrike" cap="none">
                <a:solidFill>
                  <a:schemeClr val="dk1"/>
                </a:solidFill>
                <a:latin typeface="Comic Sans MS"/>
                <a:ea typeface="Comic Sans MS"/>
                <a:cs typeface="Comic Sans MS"/>
                <a:sym typeface="Comic Sans MS"/>
              </a:defRPr>
            </a:lvl2pPr>
            <a:lvl3pPr marR="0" lvl="2" algn="ctr" rtl="0">
              <a:spcBef>
                <a:spcPts val="0"/>
              </a:spcBef>
              <a:spcAft>
                <a:spcPts val="0"/>
              </a:spcAft>
              <a:buSzPts val="1400"/>
              <a:buNone/>
              <a:defRPr sz="4400" b="0" i="0" u="none" strike="noStrike" cap="none">
                <a:solidFill>
                  <a:schemeClr val="dk1"/>
                </a:solidFill>
                <a:latin typeface="Comic Sans MS"/>
                <a:ea typeface="Comic Sans MS"/>
                <a:cs typeface="Comic Sans MS"/>
                <a:sym typeface="Comic Sans MS"/>
              </a:defRPr>
            </a:lvl3pPr>
            <a:lvl4pPr marR="0" lvl="3" algn="ctr" rtl="0">
              <a:spcBef>
                <a:spcPts val="0"/>
              </a:spcBef>
              <a:spcAft>
                <a:spcPts val="0"/>
              </a:spcAft>
              <a:buSzPts val="1400"/>
              <a:buNone/>
              <a:defRPr sz="4400" b="0" i="0" u="none" strike="noStrike" cap="none">
                <a:solidFill>
                  <a:schemeClr val="dk1"/>
                </a:solidFill>
                <a:latin typeface="Comic Sans MS"/>
                <a:ea typeface="Comic Sans MS"/>
                <a:cs typeface="Comic Sans MS"/>
                <a:sym typeface="Comic Sans MS"/>
              </a:defRPr>
            </a:lvl4pPr>
            <a:lvl5pPr marR="0" lvl="4" algn="ctr" rtl="0">
              <a:spcBef>
                <a:spcPts val="0"/>
              </a:spcBef>
              <a:spcAft>
                <a:spcPts val="0"/>
              </a:spcAft>
              <a:buSzPts val="1400"/>
              <a:buNone/>
              <a:defRPr sz="4400" b="0" i="0" u="none" strike="noStrike" cap="none">
                <a:solidFill>
                  <a:schemeClr val="dk1"/>
                </a:solidFill>
                <a:latin typeface="Comic Sans MS"/>
                <a:ea typeface="Comic Sans MS"/>
                <a:cs typeface="Comic Sans MS"/>
                <a:sym typeface="Comic Sans MS"/>
              </a:defRPr>
            </a:lvl5pPr>
            <a:lvl6pPr marR="0" lvl="5" algn="ctr" rtl="0">
              <a:spcBef>
                <a:spcPts val="0"/>
              </a:spcBef>
              <a:spcAft>
                <a:spcPts val="0"/>
              </a:spcAft>
              <a:buSzPts val="1400"/>
              <a:buNone/>
              <a:defRPr sz="4400" b="0" i="0" u="none" strike="noStrike" cap="none">
                <a:solidFill>
                  <a:schemeClr val="dk1"/>
                </a:solidFill>
                <a:latin typeface="Comic Sans MS"/>
                <a:ea typeface="Comic Sans MS"/>
                <a:cs typeface="Comic Sans MS"/>
                <a:sym typeface="Comic Sans MS"/>
              </a:defRPr>
            </a:lvl6pPr>
            <a:lvl7pPr marR="0" lvl="6" algn="ctr" rtl="0">
              <a:spcBef>
                <a:spcPts val="0"/>
              </a:spcBef>
              <a:spcAft>
                <a:spcPts val="0"/>
              </a:spcAft>
              <a:buSzPts val="1400"/>
              <a:buNone/>
              <a:defRPr sz="4400" b="0" i="0" u="none" strike="noStrike" cap="none">
                <a:solidFill>
                  <a:schemeClr val="dk1"/>
                </a:solidFill>
                <a:latin typeface="Comic Sans MS"/>
                <a:ea typeface="Comic Sans MS"/>
                <a:cs typeface="Comic Sans MS"/>
                <a:sym typeface="Comic Sans MS"/>
              </a:defRPr>
            </a:lvl7pPr>
            <a:lvl8pPr marR="0" lvl="7" algn="ctr" rtl="0">
              <a:spcBef>
                <a:spcPts val="0"/>
              </a:spcBef>
              <a:spcAft>
                <a:spcPts val="0"/>
              </a:spcAft>
              <a:buSzPts val="1400"/>
              <a:buNone/>
              <a:defRPr sz="4400" b="0" i="0" u="none" strike="noStrike" cap="none">
                <a:solidFill>
                  <a:schemeClr val="dk1"/>
                </a:solidFill>
                <a:latin typeface="Comic Sans MS"/>
                <a:ea typeface="Comic Sans MS"/>
                <a:cs typeface="Comic Sans MS"/>
                <a:sym typeface="Comic Sans MS"/>
              </a:defRPr>
            </a:lvl8pPr>
            <a:lvl9pPr marR="0" lvl="8" algn="ctr" rtl="0">
              <a:spcBef>
                <a:spcPts val="0"/>
              </a:spcBef>
              <a:spcAft>
                <a:spcPts val="0"/>
              </a:spcAft>
              <a:buSzPts val="1400"/>
              <a:buNone/>
              <a:defRPr sz="4400" b="0" i="0" u="none" strike="noStrike" cap="none">
                <a:solidFill>
                  <a:schemeClr val="dk1"/>
                </a:solidFill>
                <a:latin typeface="Comic Sans MS"/>
                <a:ea typeface="Comic Sans MS"/>
                <a:cs typeface="Comic Sans MS"/>
                <a:sym typeface="Comic Sans MS"/>
              </a:defRPr>
            </a:lvl9pPr>
          </a:lstStyle>
          <a:p>
            <a:endParaRPr/>
          </a:p>
        </p:txBody>
      </p:sp>
      <p:sp>
        <p:nvSpPr>
          <p:cNvPr id="239" name="Google Shape;239;p159"/>
          <p:cNvSpPr txBox="1">
            <a:spLocks noGrp="1"/>
          </p:cNvSpPr>
          <p:nvPr>
            <p:ph type="body" idx="1"/>
          </p:nvPr>
        </p:nvSpPr>
        <p:spPr>
          <a:xfrm>
            <a:off x="685800" y="1828800"/>
            <a:ext cx="7696200" cy="36576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Comic Sans MS"/>
              <a:buChar char="•"/>
              <a:defRPr sz="3200" b="0" i="0" u="none" strike="noStrike" cap="none">
                <a:solidFill>
                  <a:schemeClr val="dk1"/>
                </a:solidFill>
                <a:latin typeface="Comic Sans MS"/>
                <a:ea typeface="Comic Sans MS"/>
                <a:cs typeface="Comic Sans MS"/>
                <a:sym typeface="Comic Sans MS"/>
              </a:defRPr>
            </a:lvl1pPr>
            <a:lvl2pPr marL="914400" marR="0" lvl="1" indent="-406400" algn="l" rtl="0">
              <a:spcBef>
                <a:spcPts val="560"/>
              </a:spcBef>
              <a:spcAft>
                <a:spcPts val="0"/>
              </a:spcAft>
              <a:buClr>
                <a:schemeClr val="dk1"/>
              </a:buClr>
              <a:buSzPts val="2800"/>
              <a:buFont typeface="Comic Sans MS"/>
              <a:buChar char="–"/>
              <a:defRPr sz="2800" b="0" i="0" u="none" strike="noStrike" cap="none">
                <a:solidFill>
                  <a:schemeClr val="dk1"/>
                </a:solidFill>
                <a:latin typeface="Comic Sans MS"/>
                <a:ea typeface="Comic Sans MS"/>
                <a:cs typeface="Comic Sans MS"/>
                <a:sym typeface="Comic Sans MS"/>
              </a:defRPr>
            </a:lvl2pPr>
            <a:lvl3pPr marL="1371600" marR="0" lvl="2" indent="-381000" algn="l" rtl="0">
              <a:spcBef>
                <a:spcPts val="480"/>
              </a:spcBef>
              <a:spcAft>
                <a:spcPts val="0"/>
              </a:spcAft>
              <a:buClr>
                <a:schemeClr val="dk1"/>
              </a:buClr>
              <a:buSzPts val="2400"/>
              <a:buFont typeface="Comic Sans MS"/>
              <a:buChar char="•"/>
              <a:defRPr sz="2400" b="0" i="0" u="none" strike="noStrike" cap="none">
                <a:solidFill>
                  <a:schemeClr val="dk1"/>
                </a:solidFill>
                <a:latin typeface="Comic Sans MS"/>
                <a:ea typeface="Comic Sans MS"/>
                <a:cs typeface="Comic Sans MS"/>
                <a:sym typeface="Comic Sans MS"/>
              </a:defRPr>
            </a:lvl3pPr>
            <a:lvl4pPr marL="1828800" marR="0" lvl="3" indent="-355600" algn="l" rtl="0">
              <a:spcBef>
                <a:spcPts val="400"/>
              </a:spcBef>
              <a:spcAft>
                <a:spcPts val="0"/>
              </a:spcAft>
              <a:buClr>
                <a:schemeClr val="dk1"/>
              </a:buClr>
              <a:buSzPts val="2000"/>
              <a:buFont typeface="Comic Sans MS"/>
              <a:buChar char="–"/>
              <a:defRPr sz="2000" b="0" i="0" u="none" strike="noStrike" cap="none">
                <a:solidFill>
                  <a:schemeClr val="dk1"/>
                </a:solidFill>
                <a:latin typeface="Comic Sans MS"/>
                <a:ea typeface="Comic Sans MS"/>
                <a:cs typeface="Comic Sans MS"/>
                <a:sym typeface="Comic Sans MS"/>
              </a:defRPr>
            </a:lvl4pPr>
            <a:lvl5pPr marL="2286000" marR="0" lvl="4" indent="-355600" algn="l" rtl="0">
              <a:spcBef>
                <a:spcPts val="400"/>
              </a:spcBef>
              <a:spcAft>
                <a:spcPts val="0"/>
              </a:spcAft>
              <a:buClr>
                <a:schemeClr val="dk1"/>
              </a:buClr>
              <a:buSzPts val="2000"/>
              <a:buFont typeface="Comic Sans MS"/>
              <a:buChar char="»"/>
              <a:defRPr sz="2000" b="0" i="0" u="none" strike="noStrike" cap="none">
                <a:solidFill>
                  <a:schemeClr val="dk1"/>
                </a:solidFill>
                <a:latin typeface="Comic Sans MS"/>
                <a:ea typeface="Comic Sans MS"/>
                <a:cs typeface="Comic Sans MS"/>
                <a:sym typeface="Comic Sans M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omic Sans MS"/>
                <a:ea typeface="Comic Sans MS"/>
                <a:cs typeface="Comic Sans MS"/>
                <a:sym typeface="Comic Sans M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omic Sans MS"/>
                <a:ea typeface="Comic Sans MS"/>
                <a:cs typeface="Comic Sans MS"/>
                <a:sym typeface="Comic Sans M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omic Sans MS"/>
                <a:ea typeface="Comic Sans MS"/>
                <a:cs typeface="Comic Sans MS"/>
                <a:sym typeface="Comic Sans M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omic Sans MS"/>
                <a:ea typeface="Comic Sans MS"/>
                <a:cs typeface="Comic Sans MS"/>
                <a:sym typeface="Comic Sans MS"/>
              </a:defRPr>
            </a:lvl9pPr>
          </a:lstStyle>
          <a:p>
            <a:endParaRPr/>
          </a:p>
        </p:txBody>
      </p:sp>
      <p:sp>
        <p:nvSpPr>
          <p:cNvPr id="240" name="Google Shape;240;p159"/>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1"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9pPr>
          </a:lstStyle>
          <a:p>
            <a:endParaRPr/>
          </a:p>
        </p:txBody>
      </p:sp>
      <p:sp>
        <p:nvSpPr>
          <p:cNvPr id="241" name="Google Shape;241;p159"/>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SzPts val="1400"/>
              <a:buNone/>
              <a:defRPr sz="1400" b="0" i="0" u="none">
                <a:solidFill>
                  <a:schemeClr val="dk1"/>
                </a:solidFill>
                <a:latin typeface="Comic Sans MS"/>
                <a:ea typeface="Comic Sans MS"/>
                <a:cs typeface="Comic Sans MS"/>
                <a:sym typeface="Comic Sans MS"/>
              </a:defRPr>
            </a:lvl1pPr>
            <a:lvl2pPr marR="0" lvl="1"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1800" b="1" i="0" u="none" strike="noStrike" cap="none">
                <a:solidFill>
                  <a:schemeClr val="dk1"/>
                </a:solidFill>
                <a:latin typeface="Tahoma"/>
                <a:ea typeface="Tahoma"/>
                <a:cs typeface="Tahoma"/>
                <a:sym typeface="Tahoma"/>
              </a:defRPr>
            </a:lvl9pPr>
          </a:lstStyle>
          <a:p>
            <a:endParaRPr/>
          </a:p>
        </p:txBody>
      </p:sp>
      <p:sp>
        <p:nvSpPr>
          <p:cNvPr id="242" name="Google Shape;242;p159"/>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1pPr>
            <a:lvl2pPr marL="0" marR="0" lvl="1" indent="0" algn="r" rtl="0">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2pPr>
            <a:lvl3pPr marL="0" marR="0" lvl="2" indent="0" algn="r" rtl="0">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3pPr>
            <a:lvl4pPr marL="0" marR="0" lvl="3" indent="0" algn="r" rtl="0">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4pPr>
            <a:lvl5pPr marL="0" marR="0" lvl="4" indent="0" algn="r" rtl="0">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5pPr>
            <a:lvl6pPr marL="0" marR="0" lvl="5" indent="0" algn="r" rtl="0">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6pPr>
            <a:lvl7pPr marL="0" marR="0" lvl="6" indent="0" algn="r" rtl="0">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7pPr>
            <a:lvl8pPr marL="0" marR="0" lvl="7" indent="0" algn="r" rtl="0">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8pPr>
            <a:lvl9pPr marL="0" marR="0" lvl="8" indent="0" algn="r" rtl="0">
              <a:lnSpc>
                <a:spcPct val="100000"/>
              </a:lnSpc>
              <a:spcBef>
                <a:spcPts val="0"/>
              </a:spcBef>
              <a:spcAft>
                <a:spcPts val="0"/>
              </a:spcAft>
              <a:buClr>
                <a:schemeClr val="dk1"/>
              </a:buClr>
              <a:buSzPts val="1400"/>
              <a:buFont typeface="Comic Sans MS"/>
              <a:buNone/>
              <a:defRPr sz="1400" b="0" i="0" u="none">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75.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7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png"/><Relationship Id="rId3" Type="http://schemas.openxmlformats.org/officeDocument/2006/relationships/image" Target="../media/image71.png"/><Relationship Id="rId7" Type="http://schemas.openxmlformats.org/officeDocument/2006/relationships/image" Target="../media/image75.png"/><Relationship Id="rId12" Type="http://schemas.openxmlformats.org/officeDocument/2006/relationships/image" Target="../media/image80.png"/><Relationship Id="rId2" Type="http://schemas.openxmlformats.org/officeDocument/2006/relationships/notesSlide" Target="../notesSlides/notesSlide81.xml"/><Relationship Id="rId1" Type="http://schemas.openxmlformats.org/officeDocument/2006/relationships/slideLayout" Target="../slideLayouts/slideLayout1.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s>
</file>

<file path=ppt/slides/_rels/slide8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93.xml"/><Relationship Id="rId1" Type="http://schemas.openxmlformats.org/officeDocument/2006/relationships/slideLayout" Target="../slideLayouts/slideLayout1.xml"/><Relationship Id="rId4" Type="http://schemas.openxmlformats.org/officeDocument/2006/relationships/image" Target="../media/image87.png"/></Relationships>
</file>

<file path=ppt/slides/_rels/slide9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25.xml"/><Relationship Id="rId1" Type="http://schemas.openxmlformats.org/officeDocument/2006/relationships/slideLayout" Target="../slideLayouts/slideLayout1.xml"/><Relationship Id="rId4" Type="http://schemas.openxmlformats.org/officeDocument/2006/relationships/image" Target="../media/image105.png"/></Relationships>
</file>

<file path=ppt/slides/_rels/slide12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26.xml"/><Relationship Id="rId1" Type="http://schemas.openxmlformats.org/officeDocument/2006/relationships/slideLayout" Target="../slideLayouts/slideLayout1.xml"/><Relationship Id="rId4" Type="http://schemas.openxmlformats.org/officeDocument/2006/relationships/image" Target="../media/image107.png"/></Relationships>
</file>

<file path=ppt/slides/_rels/slide127.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27.xml"/><Relationship Id="rId1" Type="http://schemas.openxmlformats.org/officeDocument/2006/relationships/slideLayout" Target="../slideLayouts/slideLayout1.xml"/><Relationship Id="rId5" Type="http://schemas.openxmlformats.org/officeDocument/2006/relationships/image" Target="../media/image107.png"/><Relationship Id="rId4" Type="http://schemas.openxmlformats.org/officeDocument/2006/relationships/image" Target="../media/image109.png"/></Relationships>
</file>

<file path=ppt/slides/_rels/slide12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28.xml"/><Relationship Id="rId1" Type="http://schemas.openxmlformats.org/officeDocument/2006/relationships/slideLayout" Target="../slideLayouts/slideLayout1.xml"/><Relationship Id="rId4" Type="http://schemas.openxmlformats.org/officeDocument/2006/relationships/image" Target="../media/image107.png"/></Relationships>
</file>

<file path=ppt/slides/_rels/slide12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29.xml"/><Relationship Id="rId1" Type="http://schemas.openxmlformats.org/officeDocument/2006/relationships/slideLayout" Target="../slideLayouts/slideLayout1.xml"/><Relationship Id="rId5" Type="http://schemas.openxmlformats.org/officeDocument/2006/relationships/image" Target="../media/image107.png"/><Relationship Id="rId4" Type="http://schemas.openxmlformats.org/officeDocument/2006/relationships/image" Target="../media/image112.png"/></Relationships>
</file>

<file path=ppt/slides/_rels/slide13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30.xml"/><Relationship Id="rId1" Type="http://schemas.openxmlformats.org/officeDocument/2006/relationships/slideLayout" Target="../slideLayouts/slideLayout1.xml"/><Relationship Id="rId4" Type="http://schemas.openxmlformats.org/officeDocument/2006/relationships/image" Target="../media/image107.png"/></Relationships>
</file>

<file path=ppt/slides/_rels/slide131.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31.xml"/><Relationship Id="rId1" Type="http://schemas.openxmlformats.org/officeDocument/2006/relationships/slideLayout" Target="../slideLayouts/slideLayout1.xml"/><Relationship Id="rId5" Type="http://schemas.openxmlformats.org/officeDocument/2006/relationships/image" Target="../media/image115.png"/><Relationship Id="rId4" Type="http://schemas.openxmlformats.org/officeDocument/2006/relationships/image" Target="../media/image107.png"/></Relationships>
</file>

<file path=ppt/slides/_rels/slide13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strike="noStrike" cap="none">
                <a:solidFill>
                  <a:schemeClr val="dk1"/>
                </a:solidFill>
                <a:latin typeface="Tahoma"/>
                <a:ea typeface="Tahoma"/>
                <a:cs typeface="Tahoma"/>
                <a:sym typeface="Tahoma"/>
              </a:rPr>
              <a:t>TCP/IP Protocol Suite</a:t>
            </a:r>
            <a:endParaRPr/>
          </a:p>
        </p:txBody>
      </p:sp>
      <p:sp>
        <p:nvSpPr>
          <p:cNvPr id="255" name="Google Shape;255;p1"/>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strike="noStrike" cap="none">
                <a:solidFill>
                  <a:schemeClr val="dk1"/>
                </a:solidFill>
                <a:latin typeface="Tahoma"/>
                <a:ea typeface="Tahoma"/>
                <a:cs typeface="Tahoma"/>
                <a:sym typeface="Tahoma"/>
              </a:rPr>
              <a:t>1</a:t>
            </a:fld>
            <a:endParaRPr/>
          </a:p>
        </p:txBody>
      </p:sp>
      <p:sp>
        <p:nvSpPr>
          <p:cNvPr id="256" name="Google Shape;256;p1"/>
          <p:cNvSpPr txBox="1"/>
          <p:nvPr/>
        </p:nvSpPr>
        <p:spPr>
          <a:xfrm>
            <a:off x="1714500" y="6604000"/>
            <a:ext cx="5656262" cy="254000"/>
          </a:xfrm>
          <a:prstGeom prst="rect">
            <a:avLst/>
          </a:prstGeom>
          <a:noFill/>
          <a:ln>
            <a:noFill/>
          </a:ln>
        </p:spPr>
        <p:txBody>
          <a:bodyPr spcFirstLastPara="1" wrap="square" lIns="102825" tIns="51400" rIns="102825" bIns="51400" anchor="t" anchorCtr="0">
            <a:spAutoFit/>
          </a:bodyPr>
          <a:lstStyle/>
          <a:p>
            <a:pPr marL="0" marR="0" lvl="0" indent="0" algn="l" rtl="0">
              <a:lnSpc>
                <a:spcPct val="100000"/>
              </a:lnSpc>
              <a:spcBef>
                <a:spcPts val="0"/>
              </a:spcBef>
              <a:spcAft>
                <a:spcPts val="0"/>
              </a:spcAft>
              <a:buClr>
                <a:schemeClr val="dk1"/>
              </a:buClr>
              <a:buSzPts val="1000"/>
              <a:buFont typeface="Arial"/>
              <a:buNone/>
            </a:pPr>
            <a:r>
              <a:rPr lang="en-US" sz="1000" b="0" i="0" u="none" strike="noStrike" cap="none">
                <a:solidFill>
                  <a:schemeClr val="dk1"/>
                </a:solidFill>
                <a:latin typeface="Arial"/>
                <a:ea typeface="Arial"/>
                <a:cs typeface="Arial"/>
                <a:sym typeface="Arial"/>
              </a:rPr>
              <a:t>Copyright © The McGraw-Hill Companies, Inc. Permission required for reproduction or display.</a:t>
            </a:r>
            <a:endParaRPr/>
          </a:p>
        </p:txBody>
      </p:sp>
      <p:pic>
        <p:nvPicPr>
          <p:cNvPr id="257" name="Google Shape;257;p1" descr="brandinglogo"/>
          <p:cNvPicPr preferRelativeResize="0"/>
          <p:nvPr/>
        </p:nvPicPr>
        <p:blipFill rotWithShape="1">
          <a:blip r:embed="rId3">
            <a:alphaModFix/>
          </a:blip>
          <a:srcRect/>
          <a:stretch/>
        </p:blipFill>
        <p:spPr>
          <a:xfrm>
            <a:off x="0" y="0"/>
            <a:ext cx="9144000" cy="647700"/>
          </a:xfrm>
          <a:prstGeom prst="rect">
            <a:avLst/>
          </a:prstGeom>
          <a:noFill/>
          <a:ln>
            <a:noFill/>
          </a:ln>
        </p:spPr>
      </p:pic>
      <p:sp>
        <p:nvSpPr>
          <p:cNvPr id="258" name="Google Shape;258;p1"/>
          <p:cNvSpPr txBox="1"/>
          <p:nvPr/>
        </p:nvSpPr>
        <p:spPr>
          <a:xfrm>
            <a:off x="187325" y="914400"/>
            <a:ext cx="4156075" cy="8239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800"/>
              <a:buFont typeface="Times"/>
              <a:buNone/>
            </a:pPr>
            <a:r>
              <a:rPr lang="en-US" sz="4800" b="1" i="0" u="none" strike="noStrike" cap="none">
                <a:solidFill>
                  <a:schemeClr val="dk1"/>
                </a:solidFill>
                <a:latin typeface="Times"/>
                <a:ea typeface="Times"/>
                <a:cs typeface="Times"/>
                <a:sym typeface="Times"/>
              </a:rPr>
              <a:t>Chapter 15</a:t>
            </a:r>
            <a:endParaRPr/>
          </a:p>
        </p:txBody>
      </p:sp>
      <p:pic>
        <p:nvPicPr>
          <p:cNvPr id="259" name="Google Shape;259;p1" descr="Forouzan4e10lbj_nm3"/>
          <p:cNvPicPr preferRelativeResize="0"/>
          <p:nvPr/>
        </p:nvPicPr>
        <p:blipFill rotWithShape="1">
          <a:blip r:embed="rId4">
            <a:alphaModFix/>
          </a:blip>
          <a:srcRect/>
          <a:stretch/>
        </p:blipFill>
        <p:spPr>
          <a:xfrm>
            <a:off x="4838700" y="1066800"/>
            <a:ext cx="4076700" cy="5168900"/>
          </a:xfrm>
          <a:prstGeom prst="rect">
            <a:avLst/>
          </a:prstGeom>
          <a:noFill/>
          <a:ln>
            <a:noFill/>
          </a:ln>
        </p:spPr>
      </p:pic>
      <p:sp>
        <p:nvSpPr>
          <p:cNvPr id="260" name="Google Shape;260;p1"/>
          <p:cNvSpPr txBox="1"/>
          <p:nvPr/>
        </p:nvSpPr>
        <p:spPr>
          <a:xfrm>
            <a:off x="263525" y="2209800"/>
            <a:ext cx="4156075" cy="301942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folHlink"/>
              </a:buClr>
              <a:buSzPts val="4800"/>
              <a:buFont typeface="Times"/>
              <a:buNone/>
            </a:pPr>
            <a:r>
              <a:rPr lang="en-US" sz="4800" b="1" i="0" u="none" strike="noStrike" cap="none">
                <a:solidFill>
                  <a:schemeClr val="folHlink"/>
                </a:solidFill>
                <a:latin typeface="Times"/>
                <a:ea typeface="Times"/>
                <a:cs typeface="Times"/>
                <a:sym typeface="Times"/>
              </a:rPr>
              <a:t>Transmission</a:t>
            </a:r>
            <a:endParaRPr/>
          </a:p>
          <a:p>
            <a:pPr marL="0" marR="0" lvl="0" indent="0" algn="ctr" rtl="0">
              <a:lnSpc>
                <a:spcPct val="100000"/>
              </a:lnSpc>
              <a:spcBef>
                <a:spcPts val="0"/>
              </a:spcBef>
              <a:spcAft>
                <a:spcPts val="0"/>
              </a:spcAft>
              <a:buClr>
                <a:schemeClr val="folHlink"/>
              </a:buClr>
              <a:buSzPts val="4800"/>
              <a:buFont typeface="Times"/>
              <a:buNone/>
            </a:pPr>
            <a:r>
              <a:rPr lang="en-US" sz="4800" b="1" i="0" u="none" strike="noStrike" cap="none">
                <a:solidFill>
                  <a:schemeClr val="folHlink"/>
                </a:solidFill>
                <a:latin typeface="Times"/>
                <a:ea typeface="Times"/>
                <a:cs typeface="Times"/>
                <a:sym typeface="Times"/>
              </a:rPr>
              <a:t>Control</a:t>
            </a:r>
            <a:endParaRPr/>
          </a:p>
          <a:p>
            <a:pPr marL="0" marR="0" lvl="0" indent="0" algn="ctr" rtl="0">
              <a:lnSpc>
                <a:spcPct val="100000"/>
              </a:lnSpc>
              <a:spcBef>
                <a:spcPts val="0"/>
              </a:spcBef>
              <a:spcAft>
                <a:spcPts val="0"/>
              </a:spcAft>
              <a:buClr>
                <a:schemeClr val="folHlink"/>
              </a:buClr>
              <a:buSzPts val="4800"/>
              <a:buFont typeface="Times"/>
              <a:buNone/>
            </a:pPr>
            <a:r>
              <a:rPr lang="en-US" sz="4800" b="1" i="0" u="none" strike="noStrike" cap="none">
                <a:solidFill>
                  <a:schemeClr val="folHlink"/>
                </a:solidFill>
                <a:latin typeface="Times"/>
                <a:ea typeface="Times"/>
                <a:cs typeface="Times"/>
                <a:sym typeface="Times"/>
              </a:rPr>
              <a:t>Protocol</a:t>
            </a:r>
            <a:br>
              <a:rPr lang="en-US" sz="4800" b="1" i="0" u="none" strike="noStrike" cap="none">
                <a:solidFill>
                  <a:schemeClr val="folHlink"/>
                </a:solidFill>
                <a:latin typeface="Times"/>
                <a:ea typeface="Times"/>
                <a:cs typeface="Times"/>
                <a:sym typeface="Times"/>
              </a:rPr>
            </a:br>
            <a:r>
              <a:rPr lang="en-US" sz="4800" b="1" i="0" u="none" strike="noStrike" cap="none">
                <a:solidFill>
                  <a:schemeClr val="folHlink"/>
                </a:solidFill>
                <a:latin typeface="Times"/>
                <a:ea typeface="Times"/>
                <a:cs typeface="Times"/>
                <a:sym typeface="Times"/>
              </a:rPr>
              <a:t>(TCP)</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strike="noStrike" cap="none">
                <a:solidFill>
                  <a:schemeClr val="dk1"/>
                </a:solidFill>
                <a:latin typeface="Tahoma"/>
                <a:ea typeface="Tahoma"/>
                <a:cs typeface="Tahoma"/>
                <a:sym typeface="Tahoma"/>
              </a:rPr>
              <a:t>TCP/IP Protocol Suite</a:t>
            </a:r>
            <a:endParaRPr/>
          </a:p>
        </p:txBody>
      </p:sp>
      <p:sp>
        <p:nvSpPr>
          <p:cNvPr id="267" name="Google Shape;267;p2"/>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strike="noStrike" cap="none">
                <a:solidFill>
                  <a:schemeClr val="dk1"/>
                </a:solidFill>
                <a:latin typeface="Tahoma"/>
                <a:ea typeface="Tahoma"/>
                <a:cs typeface="Tahoma"/>
                <a:sym typeface="Tahoma"/>
              </a:rPr>
              <a:t>2</a:t>
            </a:fld>
            <a:endParaRPr/>
          </a:p>
        </p:txBody>
      </p:sp>
      <p:sp>
        <p:nvSpPr>
          <p:cNvPr id="268" name="Google Shape;268;p2"/>
          <p:cNvSpPr txBox="1">
            <a:spLocks noGrp="1"/>
          </p:cNvSpPr>
          <p:nvPr>
            <p:ph type="title"/>
          </p:nvPr>
        </p:nvSpPr>
        <p:spPr>
          <a:xfrm>
            <a:off x="152400" y="0"/>
            <a:ext cx="8229600" cy="114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hlink"/>
              </a:buClr>
              <a:buSzPts val="4400"/>
              <a:buFont typeface="Tahoma"/>
              <a:buNone/>
            </a:pPr>
            <a:r>
              <a:rPr lang="en-US" sz="4400" b="1" i="0" u="sng">
                <a:solidFill>
                  <a:schemeClr val="hlink"/>
                </a:solidFill>
                <a:latin typeface="Tahoma"/>
                <a:ea typeface="Tahoma"/>
                <a:cs typeface="Tahoma"/>
                <a:sym typeface="Tahoma"/>
              </a:rPr>
              <a:t>OBJECTIVES:</a:t>
            </a:r>
            <a:endParaRPr/>
          </a:p>
        </p:txBody>
      </p:sp>
      <p:sp>
        <p:nvSpPr>
          <p:cNvPr id="269" name="Google Shape;269;p2"/>
          <p:cNvSpPr txBox="1"/>
          <p:nvPr/>
        </p:nvSpPr>
        <p:spPr>
          <a:xfrm>
            <a:off x="0" y="838200"/>
            <a:ext cx="8991600" cy="5181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2400"/>
              <a:buFont typeface="Noto Sans Symbols"/>
              <a:buChar char="❑"/>
            </a:pPr>
            <a:r>
              <a:rPr lang="en-US" sz="2400" b="1" i="0" u="none" strike="noStrike" cap="none">
                <a:solidFill>
                  <a:schemeClr val="dk1"/>
                </a:solidFill>
                <a:latin typeface="Times New Roman"/>
                <a:ea typeface="Times New Roman"/>
                <a:cs typeface="Times New Roman"/>
                <a:sym typeface="Times New Roman"/>
              </a:rPr>
              <a:t>To introduce TCP as a protocol that provides reliable stream delivery service.</a:t>
            </a:r>
            <a:endParaRPr/>
          </a:p>
          <a:p>
            <a:pPr marL="342900" marR="0" lvl="0" indent="-342900" algn="l" rtl="0">
              <a:lnSpc>
                <a:spcPct val="100000"/>
              </a:lnSpc>
              <a:spcBef>
                <a:spcPts val="1200"/>
              </a:spcBef>
              <a:spcAft>
                <a:spcPts val="0"/>
              </a:spcAft>
              <a:buClr>
                <a:schemeClr val="folHlink"/>
              </a:buClr>
              <a:buSzPts val="2400"/>
              <a:buFont typeface="Noto Sans Symbols"/>
              <a:buChar char="❑"/>
            </a:pPr>
            <a:r>
              <a:rPr lang="en-US" sz="2400" b="1" i="0" u="none" strike="noStrike" cap="none">
                <a:solidFill>
                  <a:schemeClr val="dk1"/>
                </a:solidFill>
                <a:latin typeface="Times New Roman"/>
                <a:ea typeface="Times New Roman"/>
                <a:cs typeface="Times New Roman"/>
                <a:sym typeface="Times New Roman"/>
              </a:rPr>
              <a:t>To define TCP features and compare them with UDP features.</a:t>
            </a:r>
            <a:endParaRPr/>
          </a:p>
          <a:p>
            <a:pPr marL="342900" marR="0" lvl="0" indent="-342900" algn="l" rtl="0">
              <a:lnSpc>
                <a:spcPct val="100000"/>
              </a:lnSpc>
              <a:spcBef>
                <a:spcPts val="1200"/>
              </a:spcBef>
              <a:spcAft>
                <a:spcPts val="0"/>
              </a:spcAft>
              <a:buClr>
                <a:schemeClr val="folHlink"/>
              </a:buClr>
              <a:buSzPts val="2400"/>
              <a:buFont typeface="Noto Sans Symbols"/>
              <a:buChar char="❑"/>
            </a:pPr>
            <a:r>
              <a:rPr lang="en-US" sz="2400" b="1" i="0" u="none" strike="noStrike" cap="none">
                <a:solidFill>
                  <a:schemeClr val="dk1"/>
                </a:solidFill>
                <a:latin typeface="Times New Roman"/>
                <a:ea typeface="Times New Roman"/>
                <a:cs typeface="Times New Roman"/>
                <a:sym typeface="Times New Roman"/>
              </a:rPr>
              <a:t>To define the format of a TCP segment and its fields.</a:t>
            </a:r>
            <a:endParaRPr/>
          </a:p>
          <a:p>
            <a:pPr marL="342900" marR="0" lvl="0" indent="-342900" algn="l" rtl="0">
              <a:lnSpc>
                <a:spcPct val="100000"/>
              </a:lnSpc>
              <a:spcBef>
                <a:spcPts val="1200"/>
              </a:spcBef>
              <a:spcAft>
                <a:spcPts val="0"/>
              </a:spcAft>
              <a:buClr>
                <a:schemeClr val="folHlink"/>
              </a:buClr>
              <a:buSzPts val="2400"/>
              <a:buFont typeface="Noto Sans Symbols"/>
              <a:buChar char="❑"/>
            </a:pPr>
            <a:r>
              <a:rPr lang="en-US" sz="2400" b="1" i="0" u="none" strike="noStrike" cap="none">
                <a:solidFill>
                  <a:schemeClr val="dk1"/>
                </a:solidFill>
                <a:latin typeface="Times New Roman"/>
                <a:ea typeface="Times New Roman"/>
                <a:cs typeface="Times New Roman"/>
                <a:sym typeface="Times New Roman"/>
              </a:rPr>
              <a:t>To show how TCP provides a connection-oriented service, and show the segments exchanged during connection establishment and connection termination phases.</a:t>
            </a:r>
            <a:endParaRPr/>
          </a:p>
          <a:p>
            <a:pPr marL="342900" marR="0" lvl="0" indent="-342900" algn="l" rtl="0">
              <a:lnSpc>
                <a:spcPct val="100000"/>
              </a:lnSpc>
              <a:spcBef>
                <a:spcPts val="1200"/>
              </a:spcBef>
              <a:spcAft>
                <a:spcPts val="0"/>
              </a:spcAft>
              <a:buClr>
                <a:schemeClr val="folHlink"/>
              </a:buClr>
              <a:buSzPts val="2400"/>
              <a:buFont typeface="Noto Sans Symbols"/>
              <a:buChar char="❑"/>
            </a:pPr>
            <a:r>
              <a:rPr lang="en-US" sz="2400" b="1" i="0" u="none" strike="noStrike" cap="none">
                <a:solidFill>
                  <a:schemeClr val="dk1"/>
                </a:solidFill>
                <a:latin typeface="Times New Roman"/>
                <a:ea typeface="Times New Roman"/>
                <a:cs typeface="Times New Roman"/>
                <a:sym typeface="Times New Roman"/>
              </a:rPr>
              <a:t>To discuss the state transition diagram for TCP and discuss some scenarios.</a:t>
            </a:r>
            <a:endParaRPr/>
          </a:p>
          <a:p>
            <a:pPr marL="342900" marR="0" lvl="0" indent="-342900" algn="l" rtl="0">
              <a:lnSpc>
                <a:spcPct val="100000"/>
              </a:lnSpc>
              <a:spcBef>
                <a:spcPts val="1200"/>
              </a:spcBef>
              <a:spcAft>
                <a:spcPts val="0"/>
              </a:spcAft>
              <a:buClr>
                <a:schemeClr val="folHlink"/>
              </a:buClr>
              <a:buSzPts val="2400"/>
              <a:buFont typeface="Noto Sans Symbols"/>
              <a:buChar char="❑"/>
            </a:pPr>
            <a:r>
              <a:rPr lang="en-US" sz="2400" b="1" i="0" u="none" strike="noStrike" cap="none">
                <a:solidFill>
                  <a:schemeClr val="dk1"/>
                </a:solidFill>
                <a:latin typeface="Times New Roman"/>
                <a:ea typeface="Times New Roman"/>
                <a:cs typeface="Times New Roman"/>
                <a:sym typeface="Times New Roman"/>
              </a:rPr>
              <a:t>To introduce windows in TCP that are used for flow and error control.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69">
                                            <p:txEl>
                                              <p:pRg st="0" end="0"/>
                                            </p:txEl>
                                          </p:spTgt>
                                        </p:tgtEl>
                                        <p:attrNameLst>
                                          <p:attrName>style.visibility</p:attrName>
                                        </p:attrNameLst>
                                      </p:cBhvr>
                                      <p:to>
                                        <p:strVal val="visible"/>
                                      </p:to>
                                    </p:set>
                                    <p:anim calcmode="lin" valueType="num">
                                      <p:cBhvr additive="base">
                                        <p:cTn id="7" dur="500"/>
                                        <p:tgtEl>
                                          <p:spTgt spid="269">
                                            <p:txEl>
                                              <p:pRg st="0" end="0"/>
                                            </p:txEl>
                                          </p:spTgt>
                                        </p:tgtEl>
                                        <p:attrNameLst>
                                          <p:attrName>ppt_w</p:attrName>
                                        </p:attrNameLst>
                                      </p:cBhvr>
                                      <p:tavLst>
                                        <p:tav tm="0">
                                          <p:val>
                                            <p:strVal val="0"/>
                                          </p:val>
                                        </p:tav>
                                        <p:tav tm="100000">
                                          <p:val>
                                            <p:strVal val="#ppt_w"/>
                                          </p:val>
                                        </p:tav>
                                      </p:tavLst>
                                    </p:anim>
                                    <p:anim calcmode="lin" valueType="num">
                                      <p:cBhvr additive="base">
                                        <p:cTn id="8" dur="500"/>
                                        <p:tgtEl>
                                          <p:spTgt spid="269">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69">
                                            <p:txEl>
                                              <p:pRg st="1" end="1"/>
                                            </p:txEl>
                                          </p:spTgt>
                                        </p:tgtEl>
                                        <p:attrNameLst>
                                          <p:attrName>style.visibility</p:attrName>
                                        </p:attrNameLst>
                                      </p:cBhvr>
                                      <p:to>
                                        <p:strVal val="visible"/>
                                      </p:to>
                                    </p:set>
                                    <p:anim calcmode="lin" valueType="num">
                                      <p:cBhvr additive="base">
                                        <p:cTn id="13" dur="500"/>
                                        <p:tgtEl>
                                          <p:spTgt spid="269">
                                            <p:txEl>
                                              <p:pRg st="1" end="1"/>
                                            </p:txEl>
                                          </p:spTgt>
                                        </p:tgtEl>
                                        <p:attrNameLst>
                                          <p:attrName>ppt_w</p:attrName>
                                        </p:attrNameLst>
                                      </p:cBhvr>
                                      <p:tavLst>
                                        <p:tav tm="0">
                                          <p:val>
                                            <p:strVal val="0"/>
                                          </p:val>
                                        </p:tav>
                                        <p:tav tm="100000">
                                          <p:val>
                                            <p:strVal val="#ppt_w"/>
                                          </p:val>
                                        </p:tav>
                                      </p:tavLst>
                                    </p:anim>
                                    <p:anim calcmode="lin" valueType="num">
                                      <p:cBhvr additive="base">
                                        <p:cTn id="14" dur="500"/>
                                        <p:tgtEl>
                                          <p:spTgt spid="269">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269">
                                            <p:txEl>
                                              <p:pRg st="2" end="2"/>
                                            </p:txEl>
                                          </p:spTgt>
                                        </p:tgtEl>
                                        <p:attrNameLst>
                                          <p:attrName>style.visibility</p:attrName>
                                        </p:attrNameLst>
                                      </p:cBhvr>
                                      <p:to>
                                        <p:strVal val="visible"/>
                                      </p:to>
                                    </p:set>
                                    <p:anim calcmode="lin" valueType="num">
                                      <p:cBhvr additive="base">
                                        <p:cTn id="19" dur="500"/>
                                        <p:tgtEl>
                                          <p:spTgt spid="269">
                                            <p:txEl>
                                              <p:pRg st="2" end="2"/>
                                            </p:txEl>
                                          </p:spTgt>
                                        </p:tgtEl>
                                        <p:attrNameLst>
                                          <p:attrName>ppt_w</p:attrName>
                                        </p:attrNameLst>
                                      </p:cBhvr>
                                      <p:tavLst>
                                        <p:tav tm="0">
                                          <p:val>
                                            <p:strVal val="0"/>
                                          </p:val>
                                        </p:tav>
                                        <p:tav tm="100000">
                                          <p:val>
                                            <p:strVal val="#ppt_w"/>
                                          </p:val>
                                        </p:tav>
                                      </p:tavLst>
                                    </p:anim>
                                    <p:anim calcmode="lin" valueType="num">
                                      <p:cBhvr additive="base">
                                        <p:cTn id="20" dur="500"/>
                                        <p:tgtEl>
                                          <p:spTgt spid="269">
                                            <p:txEl>
                                              <p:pRg st="2" end="2"/>
                                            </p:txEl>
                                          </p:spTgt>
                                        </p:tgtEl>
                                        <p:attrNameLst>
                                          <p:attrName>ppt_h</p:attrName>
                                        </p:attrNameLst>
                                      </p:cBhvr>
                                      <p:tavLst>
                                        <p:tav tm="0">
                                          <p:val>
                                            <p:str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269">
                                            <p:txEl>
                                              <p:pRg st="3" end="3"/>
                                            </p:txEl>
                                          </p:spTgt>
                                        </p:tgtEl>
                                        <p:attrNameLst>
                                          <p:attrName>style.visibility</p:attrName>
                                        </p:attrNameLst>
                                      </p:cBhvr>
                                      <p:to>
                                        <p:strVal val="visible"/>
                                      </p:to>
                                    </p:set>
                                    <p:anim calcmode="lin" valueType="num">
                                      <p:cBhvr additive="base">
                                        <p:cTn id="25" dur="500"/>
                                        <p:tgtEl>
                                          <p:spTgt spid="269">
                                            <p:txEl>
                                              <p:pRg st="3" end="3"/>
                                            </p:txEl>
                                          </p:spTgt>
                                        </p:tgtEl>
                                        <p:attrNameLst>
                                          <p:attrName>ppt_w</p:attrName>
                                        </p:attrNameLst>
                                      </p:cBhvr>
                                      <p:tavLst>
                                        <p:tav tm="0">
                                          <p:val>
                                            <p:strVal val="0"/>
                                          </p:val>
                                        </p:tav>
                                        <p:tav tm="100000">
                                          <p:val>
                                            <p:strVal val="#ppt_w"/>
                                          </p:val>
                                        </p:tav>
                                      </p:tavLst>
                                    </p:anim>
                                    <p:anim calcmode="lin" valueType="num">
                                      <p:cBhvr additive="base">
                                        <p:cTn id="26" dur="500"/>
                                        <p:tgtEl>
                                          <p:spTgt spid="269">
                                            <p:txEl>
                                              <p:pRg st="3" end="3"/>
                                            </p:txEl>
                                          </p:spTgt>
                                        </p:tgtEl>
                                        <p:attrNameLst>
                                          <p:attrName>ppt_h</p:attrName>
                                        </p:attrNameLst>
                                      </p:cBhvr>
                                      <p:tavLst>
                                        <p:tav tm="0">
                                          <p:val>
                                            <p:str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269">
                                            <p:txEl>
                                              <p:pRg st="4" end="4"/>
                                            </p:txEl>
                                          </p:spTgt>
                                        </p:tgtEl>
                                        <p:attrNameLst>
                                          <p:attrName>style.visibility</p:attrName>
                                        </p:attrNameLst>
                                      </p:cBhvr>
                                      <p:to>
                                        <p:strVal val="visible"/>
                                      </p:to>
                                    </p:set>
                                    <p:anim calcmode="lin" valueType="num">
                                      <p:cBhvr additive="base">
                                        <p:cTn id="31" dur="500"/>
                                        <p:tgtEl>
                                          <p:spTgt spid="269">
                                            <p:txEl>
                                              <p:pRg st="4" end="4"/>
                                            </p:txEl>
                                          </p:spTgt>
                                        </p:tgtEl>
                                        <p:attrNameLst>
                                          <p:attrName>ppt_w</p:attrName>
                                        </p:attrNameLst>
                                      </p:cBhvr>
                                      <p:tavLst>
                                        <p:tav tm="0">
                                          <p:val>
                                            <p:strVal val="0"/>
                                          </p:val>
                                        </p:tav>
                                        <p:tav tm="100000">
                                          <p:val>
                                            <p:strVal val="#ppt_w"/>
                                          </p:val>
                                        </p:tav>
                                      </p:tavLst>
                                    </p:anim>
                                    <p:anim calcmode="lin" valueType="num">
                                      <p:cBhvr additive="base">
                                        <p:cTn id="32" dur="500"/>
                                        <p:tgtEl>
                                          <p:spTgt spid="269">
                                            <p:txEl>
                                              <p:pRg st="4" end="4"/>
                                            </p:txEl>
                                          </p:spTgt>
                                        </p:tgtEl>
                                        <p:attrNameLst>
                                          <p:attrName>ppt_h</p:attrName>
                                        </p:attrNameLst>
                                      </p:cBhvr>
                                      <p:tavLst>
                                        <p:tav tm="0">
                                          <p:val>
                                            <p:str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269">
                                            <p:txEl>
                                              <p:pRg st="5" end="5"/>
                                            </p:txEl>
                                          </p:spTgt>
                                        </p:tgtEl>
                                        <p:attrNameLst>
                                          <p:attrName>style.visibility</p:attrName>
                                        </p:attrNameLst>
                                      </p:cBhvr>
                                      <p:to>
                                        <p:strVal val="visible"/>
                                      </p:to>
                                    </p:set>
                                    <p:anim calcmode="lin" valueType="num">
                                      <p:cBhvr additive="base">
                                        <p:cTn id="37" dur="500"/>
                                        <p:tgtEl>
                                          <p:spTgt spid="269">
                                            <p:txEl>
                                              <p:pRg st="5" end="5"/>
                                            </p:txEl>
                                          </p:spTgt>
                                        </p:tgtEl>
                                        <p:attrNameLst>
                                          <p:attrName>ppt_w</p:attrName>
                                        </p:attrNameLst>
                                      </p:cBhvr>
                                      <p:tavLst>
                                        <p:tav tm="0">
                                          <p:val>
                                            <p:strVal val="0"/>
                                          </p:val>
                                        </p:tav>
                                        <p:tav tm="100000">
                                          <p:val>
                                            <p:strVal val="#ppt_w"/>
                                          </p:val>
                                        </p:tav>
                                      </p:tavLst>
                                    </p:anim>
                                    <p:anim calcmode="lin" valueType="num">
                                      <p:cBhvr additive="base">
                                        <p:cTn id="38" dur="500"/>
                                        <p:tgtEl>
                                          <p:spTgt spid="269">
                                            <p:txEl>
                                              <p:pRg st="5" end="5"/>
                                            </p:txEl>
                                          </p:spTgt>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strike="noStrike" cap="none">
                <a:solidFill>
                  <a:schemeClr val="dk1"/>
                </a:solidFill>
                <a:latin typeface="Tahoma"/>
                <a:ea typeface="Tahoma"/>
                <a:cs typeface="Tahoma"/>
                <a:sym typeface="Tahoma"/>
              </a:rPr>
              <a:t>TCP/IP Protocol Suite</a:t>
            </a:r>
            <a:endParaRPr/>
          </a:p>
        </p:txBody>
      </p:sp>
      <p:sp>
        <p:nvSpPr>
          <p:cNvPr id="276" name="Google Shape;276;p3"/>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strike="noStrike" cap="none">
                <a:solidFill>
                  <a:schemeClr val="dk1"/>
                </a:solidFill>
                <a:latin typeface="Tahoma"/>
                <a:ea typeface="Tahoma"/>
                <a:cs typeface="Tahoma"/>
                <a:sym typeface="Tahoma"/>
              </a:rPr>
              <a:t>3</a:t>
            </a:fld>
            <a:endParaRPr/>
          </a:p>
        </p:txBody>
      </p:sp>
      <p:sp>
        <p:nvSpPr>
          <p:cNvPr id="277" name="Google Shape;277;p3"/>
          <p:cNvSpPr txBox="1">
            <a:spLocks noGrp="1"/>
          </p:cNvSpPr>
          <p:nvPr>
            <p:ph type="title"/>
          </p:nvPr>
        </p:nvSpPr>
        <p:spPr>
          <a:xfrm>
            <a:off x="152400" y="0"/>
            <a:ext cx="8229600" cy="114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hlink"/>
              </a:buClr>
              <a:buSzPts val="4400"/>
              <a:buFont typeface="Tahoma"/>
              <a:buNone/>
            </a:pPr>
            <a:r>
              <a:rPr lang="en-US" sz="4400" b="1" i="0" u="sng">
                <a:solidFill>
                  <a:schemeClr val="hlink"/>
                </a:solidFill>
                <a:latin typeface="Tahoma"/>
                <a:ea typeface="Tahoma"/>
                <a:cs typeface="Tahoma"/>
                <a:sym typeface="Tahoma"/>
              </a:rPr>
              <a:t>OBJECTIVES (</a:t>
            </a:r>
            <a:r>
              <a:rPr lang="en-US" sz="4400" b="0" i="1" u="sng">
                <a:solidFill>
                  <a:schemeClr val="hlink"/>
                </a:solidFill>
                <a:latin typeface="Tahoma"/>
                <a:ea typeface="Tahoma"/>
                <a:cs typeface="Tahoma"/>
                <a:sym typeface="Tahoma"/>
              </a:rPr>
              <a:t>continued</a:t>
            </a:r>
            <a:r>
              <a:rPr lang="en-US" sz="4400" b="1" i="0" u="sng">
                <a:solidFill>
                  <a:schemeClr val="hlink"/>
                </a:solidFill>
                <a:latin typeface="Tahoma"/>
                <a:ea typeface="Tahoma"/>
                <a:cs typeface="Tahoma"/>
                <a:sym typeface="Tahoma"/>
              </a:rPr>
              <a:t>):</a:t>
            </a:r>
            <a:endParaRPr/>
          </a:p>
        </p:txBody>
      </p:sp>
      <p:sp>
        <p:nvSpPr>
          <p:cNvPr id="278" name="Google Shape;278;p3"/>
          <p:cNvSpPr txBox="1"/>
          <p:nvPr/>
        </p:nvSpPr>
        <p:spPr>
          <a:xfrm>
            <a:off x="0" y="838200"/>
            <a:ext cx="8991600" cy="5181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2400"/>
              <a:buFont typeface="Noto Sans Symbols"/>
              <a:buChar char="❑"/>
            </a:pPr>
            <a:r>
              <a:rPr lang="en-US" sz="2400" b="1" i="0" u="none" strike="noStrike" cap="none">
                <a:solidFill>
                  <a:schemeClr val="dk1"/>
                </a:solidFill>
                <a:latin typeface="Times New Roman"/>
                <a:ea typeface="Times New Roman"/>
                <a:cs typeface="Times New Roman"/>
                <a:sym typeface="Times New Roman"/>
              </a:rPr>
              <a:t>To discuss how TCP implements flow control in which the receive window controls the size of the send window.</a:t>
            </a:r>
            <a:endParaRPr/>
          </a:p>
          <a:p>
            <a:pPr marL="342900" marR="0" lvl="0" indent="-342900" algn="l" rtl="0">
              <a:lnSpc>
                <a:spcPct val="100000"/>
              </a:lnSpc>
              <a:spcBef>
                <a:spcPts val="1200"/>
              </a:spcBef>
              <a:spcAft>
                <a:spcPts val="0"/>
              </a:spcAft>
              <a:buClr>
                <a:schemeClr val="folHlink"/>
              </a:buClr>
              <a:buSzPts val="2400"/>
              <a:buFont typeface="Noto Sans Symbols"/>
              <a:buChar char="❑"/>
            </a:pPr>
            <a:r>
              <a:rPr lang="en-US" sz="2400" b="1" i="0" u="none" strike="noStrike" cap="none">
                <a:solidFill>
                  <a:schemeClr val="dk1"/>
                </a:solidFill>
                <a:latin typeface="Times New Roman"/>
                <a:ea typeface="Times New Roman"/>
                <a:cs typeface="Times New Roman"/>
                <a:sym typeface="Times New Roman"/>
              </a:rPr>
              <a:t>To discuss error control and FSMs used by TCP during the data transmission phase.</a:t>
            </a:r>
            <a:endParaRPr/>
          </a:p>
          <a:p>
            <a:pPr marL="342900" marR="0" lvl="0" indent="-342900" algn="l" rtl="0">
              <a:lnSpc>
                <a:spcPct val="100000"/>
              </a:lnSpc>
              <a:spcBef>
                <a:spcPts val="1200"/>
              </a:spcBef>
              <a:spcAft>
                <a:spcPts val="0"/>
              </a:spcAft>
              <a:buClr>
                <a:schemeClr val="folHlink"/>
              </a:buClr>
              <a:buSzPts val="2400"/>
              <a:buFont typeface="Noto Sans Symbols"/>
              <a:buChar char="❑"/>
            </a:pPr>
            <a:r>
              <a:rPr lang="en-US" sz="2400" b="1" i="0" u="none" strike="noStrike" cap="none">
                <a:solidFill>
                  <a:schemeClr val="dk1"/>
                </a:solidFill>
                <a:latin typeface="Times New Roman"/>
                <a:ea typeface="Times New Roman"/>
                <a:cs typeface="Times New Roman"/>
                <a:sym typeface="Times New Roman"/>
              </a:rPr>
              <a:t>To discuss how TCP controls the congestion in the network using different strategies.</a:t>
            </a:r>
            <a:endParaRPr/>
          </a:p>
          <a:p>
            <a:pPr marL="342900" marR="0" lvl="0" indent="-342900" algn="l" rtl="0">
              <a:lnSpc>
                <a:spcPct val="100000"/>
              </a:lnSpc>
              <a:spcBef>
                <a:spcPts val="1200"/>
              </a:spcBef>
              <a:spcAft>
                <a:spcPts val="0"/>
              </a:spcAft>
              <a:buClr>
                <a:schemeClr val="folHlink"/>
              </a:buClr>
              <a:buSzPts val="2400"/>
              <a:buFont typeface="Noto Sans Symbols"/>
              <a:buChar char="❑"/>
            </a:pPr>
            <a:r>
              <a:rPr lang="en-US" sz="2400" b="1" i="0" u="none" strike="noStrike" cap="none">
                <a:solidFill>
                  <a:schemeClr val="dk1"/>
                </a:solidFill>
                <a:latin typeface="Times New Roman"/>
                <a:ea typeface="Times New Roman"/>
                <a:cs typeface="Times New Roman"/>
                <a:sym typeface="Times New Roman"/>
              </a:rPr>
              <a:t>To list and explain the purpose of each timer in TCP.</a:t>
            </a:r>
            <a:endParaRPr/>
          </a:p>
          <a:p>
            <a:pPr marL="342900" marR="0" lvl="0" indent="-342900" algn="l" rtl="0">
              <a:lnSpc>
                <a:spcPct val="100000"/>
              </a:lnSpc>
              <a:spcBef>
                <a:spcPts val="1200"/>
              </a:spcBef>
              <a:spcAft>
                <a:spcPts val="0"/>
              </a:spcAft>
              <a:buClr>
                <a:schemeClr val="folHlink"/>
              </a:buClr>
              <a:buSzPts val="2400"/>
              <a:buFont typeface="Noto Sans Symbols"/>
              <a:buChar char="❑"/>
            </a:pPr>
            <a:r>
              <a:rPr lang="en-US" sz="2400" b="1" i="0" u="none" strike="noStrike" cap="none">
                <a:solidFill>
                  <a:schemeClr val="dk1"/>
                </a:solidFill>
                <a:latin typeface="Times New Roman"/>
                <a:ea typeface="Times New Roman"/>
                <a:cs typeface="Times New Roman"/>
                <a:sym typeface="Times New Roman"/>
              </a:rPr>
              <a:t>To discuss options in TCP and show how TCP can provide selective acknowledgment using the SACK option.</a:t>
            </a:r>
            <a:endParaRPr/>
          </a:p>
          <a:p>
            <a:pPr marL="342900" marR="0" lvl="0" indent="-342900" algn="l" rtl="0">
              <a:lnSpc>
                <a:spcPct val="100000"/>
              </a:lnSpc>
              <a:spcBef>
                <a:spcPts val="1200"/>
              </a:spcBef>
              <a:spcAft>
                <a:spcPts val="0"/>
              </a:spcAft>
              <a:buClr>
                <a:schemeClr val="folHlink"/>
              </a:buClr>
              <a:buSzPts val="2400"/>
              <a:buFont typeface="Noto Sans Symbols"/>
              <a:buChar char="❑"/>
            </a:pPr>
            <a:r>
              <a:rPr lang="en-US" sz="2400" b="1" i="0" u="none" strike="noStrike" cap="none">
                <a:solidFill>
                  <a:schemeClr val="dk1"/>
                </a:solidFill>
                <a:latin typeface="Times New Roman"/>
                <a:ea typeface="Times New Roman"/>
                <a:cs typeface="Times New Roman"/>
                <a:sym typeface="Times New Roman"/>
              </a:rPr>
              <a:t>To give a layout and a simplified pseudocode for the TCP package.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78">
                                            <p:txEl>
                                              <p:pRg st="0" end="0"/>
                                            </p:txEl>
                                          </p:spTgt>
                                        </p:tgtEl>
                                        <p:attrNameLst>
                                          <p:attrName>style.visibility</p:attrName>
                                        </p:attrNameLst>
                                      </p:cBhvr>
                                      <p:to>
                                        <p:strVal val="visible"/>
                                      </p:to>
                                    </p:set>
                                    <p:anim calcmode="lin" valueType="num">
                                      <p:cBhvr additive="base">
                                        <p:cTn id="7" dur="500"/>
                                        <p:tgtEl>
                                          <p:spTgt spid="278">
                                            <p:txEl>
                                              <p:pRg st="0" end="0"/>
                                            </p:txEl>
                                          </p:spTgt>
                                        </p:tgtEl>
                                        <p:attrNameLst>
                                          <p:attrName>ppt_w</p:attrName>
                                        </p:attrNameLst>
                                      </p:cBhvr>
                                      <p:tavLst>
                                        <p:tav tm="0">
                                          <p:val>
                                            <p:strVal val="0"/>
                                          </p:val>
                                        </p:tav>
                                        <p:tav tm="100000">
                                          <p:val>
                                            <p:strVal val="#ppt_w"/>
                                          </p:val>
                                        </p:tav>
                                      </p:tavLst>
                                    </p:anim>
                                    <p:anim calcmode="lin" valueType="num">
                                      <p:cBhvr additive="base">
                                        <p:cTn id="8" dur="500"/>
                                        <p:tgtEl>
                                          <p:spTgt spid="278">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78">
                                            <p:txEl>
                                              <p:pRg st="1" end="1"/>
                                            </p:txEl>
                                          </p:spTgt>
                                        </p:tgtEl>
                                        <p:attrNameLst>
                                          <p:attrName>style.visibility</p:attrName>
                                        </p:attrNameLst>
                                      </p:cBhvr>
                                      <p:to>
                                        <p:strVal val="visible"/>
                                      </p:to>
                                    </p:set>
                                    <p:anim calcmode="lin" valueType="num">
                                      <p:cBhvr additive="base">
                                        <p:cTn id="13" dur="500"/>
                                        <p:tgtEl>
                                          <p:spTgt spid="278">
                                            <p:txEl>
                                              <p:pRg st="1" end="1"/>
                                            </p:txEl>
                                          </p:spTgt>
                                        </p:tgtEl>
                                        <p:attrNameLst>
                                          <p:attrName>ppt_w</p:attrName>
                                        </p:attrNameLst>
                                      </p:cBhvr>
                                      <p:tavLst>
                                        <p:tav tm="0">
                                          <p:val>
                                            <p:strVal val="0"/>
                                          </p:val>
                                        </p:tav>
                                        <p:tav tm="100000">
                                          <p:val>
                                            <p:strVal val="#ppt_w"/>
                                          </p:val>
                                        </p:tav>
                                      </p:tavLst>
                                    </p:anim>
                                    <p:anim calcmode="lin" valueType="num">
                                      <p:cBhvr additive="base">
                                        <p:cTn id="14" dur="500"/>
                                        <p:tgtEl>
                                          <p:spTgt spid="278">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278">
                                            <p:txEl>
                                              <p:pRg st="2" end="2"/>
                                            </p:txEl>
                                          </p:spTgt>
                                        </p:tgtEl>
                                        <p:attrNameLst>
                                          <p:attrName>style.visibility</p:attrName>
                                        </p:attrNameLst>
                                      </p:cBhvr>
                                      <p:to>
                                        <p:strVal val="visible"/>
                                      </p:to>
                                    </p:set>
                                    <p:anim calcmode="lin" valueType="num">
                                      <p:cBhvr additive="base">
                                        <p:cTn id="19" dur="500"/>
                                        <p:tgtEl>
                                          <p:spTgt spid="278">
                                            <p:txEl>
                                              <p:pRg st="2" end="2"/>
                                            </p:txEl>
                                          </p:spTgt>
                                        </p:tgtEl>
                                        <p:attrNameLst>
                                          <p:attrName>ppt_w</p:attrName>
                                        </p:attrNameLst>
                                      </p:cBhvr>
                                      <p:tavLst>
                                        <p:tav tm="0">
                                          <p:val>
                                            <p:strVal val="0"/>
                                          </p:val>
                                        </p:tav>
                                        <p:tav tm="100000">
                                          <p:val>
                                            <p:strVal val="#ppt_w"/>
                                          </p:val>
                                        </p:tav>
                                      </p:tavLst>
                                    </p:anim>
                                    <p:anim calcmode="lin" valueType="num">
                                      <p:cBhvr additive="base">
                                        <p:cTn id="20" dur="500"/>
                                        <p:tgtEl>
                                          <p:spTgt spid="278">
                                            <p:txEl>
                                              <p:pRg st="2" end="2"/>
                                            </p:txEl>
                                          </p:spTgt>
                                        </p:tgtEl>
                                        <p:attrNameLst>
                                          <p:attrName>ppt_h</p:attrName>
                                        </p:attrNameLst>
                                      </p:cBhvr>
                                      <p:tavLst>
                                        <p:tav tm="0">
                                          <p:val>
                                            <p:str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278">
                                            <p:txEl>
                                              <p:pRg st="3" end="3"/>
                                            </p:txEl>
                                          </p:spTgt>
                                        </p:tgtEl>
                                        <p:attrNameLst>
                                          <p:attrName>style.visibility</p:attrName>
                                        </p:attrNameLst>
                                      </p:cBhvr>
                                      <p:to>
                                        <p:strVal val="visible"/>
                                      </p:to>
                                    </p:set>
                                    <p:anim calcmode="lin" valueType="num">
                                      <p:cBhvr additive="base">
                                        <p:cTn id="25" dur="500"/>
                                        <p:tgtEl>
                                          <p:spTgt spid="278">
                                            <p:txEl>
                                              <p:pRg st="3" end="3"/>
                                            </p:txEl>
                                          </p:spTgt>
                                        </p:tgtEl>
                                        <p:attrNameLst>
                                          <p:attrName>ppt_w</p:attrName>
                                        </p:attrNameLst>
                                      </p:cBhvr>
                                      <p:tavLst>
                                        <p:tav tm="0">
                                          <p:val>
                                            <p:strVal val="0"/>
                                          </p:val>
                                        </p:tav>
                                        <p:tav tm="100000">
                                          <p:val>
                                            <p:strVal val="#ppt_w"/>
                                          </p:val>
                                        </p:tav>
                                      </p:tavLst>
                                    </p:anim>
                                    <p:anim calcmode="lin" valueType="num">
                                      <p:cBhvr additive="base">
                                        <p:cTn id="26" dur="500"/>
                                        <p:tgtEl>
                                          <p:spTgt spid="278">
                                            <p:txEl>
                                              <p:pRg st="3" end="3"/>
                                            </p:txEl>
                                          </p:spTgt>
                                        </p:tgtEl>
                                        <p:attrNameLst>
                                          <p:attrName>ppt_h</p:attrName>
                                        </p:attrNameLst>
                                      </p:cBhvr>
                                      <p:tavLst>
                                        <p:tav tm="0">
                                          <p:val>
                                            <p:str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278">
                                            <p:txEl>
                                              <p:pRg st="4" end="4"/>
                                            </p:txEl>
                                          </p:spTgt>
                                        </p:tgtEl>
                                        <p:attrNameLst>
                                          <p:attrName>style.visibility</p:attrName>
                                        </p:attrNameLst>
                                      </p:cBhvr>
                                      <p:to>
                                        <p:strVal val="visible"/>
                                      </p:to>
                                    </p:set>
                                    <p:anim calcmode="lin" valueType="num">
                                      <p:cBhvr additive="base">
                                        <p:cTn id="31" dur="500"/>
                                        <p:tgtEl>
                                          <p:spTgt spid="278">
                                            <p:txEl>
                                              <p:pRg st="4" end="4"/>
                                            </p:txEl>
                                          </p:spTgt>
                                        </p:tgtEl>
                                        <p:attrNameLst>
                                          <p:attrName>ppt_w</p:attrName>
                                        </p:attrNameLst>
                                      </p:cBhvr>
                                      <p:tavLst>
                                        <p:tav tm="0">
                                          <p:val>
                                            <p:strVal val="0"/>
                                          </p:val>
                                        </p:tav>
                                        <p:tav tm="100000">
                                          <p:val>
                                            <p:strVal val="#ppt_w"/>
                                          </p:val>
                                        </p:tav>
                                      </p:tavLst>
                                    </p:anim>
                                    <p:anim calcmode="lin" valueType="num">
                                      <p:cBhvr additive="base">
                                        <p:cTn id="32" dur="500"/>
                                        <p:tgtEl>
                                          <p:spTgt spid="278">
                                            <p:txEl>
                                              <p:pRg st="4" end="4"/>
                                            </p:txEl>
                                          </p:spTgt>
                                        </p:tgtEl>
                                        <p:attrNameLst>
                                          <p:attrName>ppt_h</p:attrName>
                                        </p:attrNameLst>
                                      </p:cBhvr>
                                      <p:tavLst>
                                        <p:tav tm="0">
                                          <p:val>
                                            <p:str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278">
                                            <p:txEl>
                                              <p:pRg st="5" end="5"/>
                                            </p:txEl>
                                          </p:spTgt>
                                        </p:tgtEl>
                                        <p:attrNameLst>
                                          <p:attrName>style.visibility</p:attrName>
                                        </p:attrNameLst>
                                      </p:cBhvr>
                                      <p:to>
                                        <p:strVal val="visible"/>
                                      </p:to>
                                    </p:set>
                                    <p:anim calcmode="lin" valueType="num">
                                      <p:cBhvr additive="base">
                                        <p:cTn id="37" dur="500"/>
                                        <p:tgtEl>
                                          <p:spTgt spid="278">
                                            <p:txEl>
                                              <p:pRg st="5" end="5"/>
                                            </p:txEl>
                                          </p:spTgt>
                                        </p:tgtEl>
                                        <p:attrNameLst>
                                          <p:attrName>ppt_w</p:attrName>
                                        </p:attrNameLst>
                                      </p:cBhvr>
                                      <p:tavLst>
                                        <p:tav tm="0">
                                          <p:val>
                                            <p:strVal val="0"/>
                                          </p:val>
                                        </p:tav>
                                        <p:tav tm="100000">
                                          <p:val>
                                            <p:strVal val="#ppt_w"/>
                                          </p:val>
                                        </p:tav>
                                      </p:tavLst>
                                    </p:anim>
                                    <p:anim calcmode="lin" valueType="num">
                                      <p:cBhvr additive="base">
                                        <p:cTn id="38" dur="500"/>
                                        <p:tgtEl>
                                          <p:spTgt spid="278">
                                            <p:txEl>
                                              <p:pRg st="5" end="5"/>
                                            </p:txEl>
                                          </p:spTgt>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strike="noStrike" cap="none">
                <a:solidFill>
                  <a:schemeClr val="dk1"/>
                </a:solidFill>
                <a:latin typeface="Tahoma"/>
                <a:ea typeface="Tahoma"/>
                <a:cs typeface="Tahoma"/>
                <a:sym typeface="Tahoma"/>
              </a:rPr>
              <a:t>TCP/IP Protocol Suite</a:t>
            </a:r>
            <a:endParaRPr/>
          </a:p>
        </p:txBody>
      </p:sp>
      <p:sp>
        <p:nvSpPr>
          <p:cNvPr id="285" name="Google Shape;285;p4"/>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strike="noStrike" cap="none">
                <a:solidFill>
                  <a:schemeClr val="dk1"/>
                </a:solidFill>
                <a:latin typeface="Tahoma"/>
                <a:ea typeface="Tahoma"/>
                <a:cs typeface="Tahoma"/>
                <a:sym typeface="Tahoma"/>
              </a:rPr>
              <a:t>4</a:t>
            </a:fld>
            <a:endParaRPr/>
          </a:p>
        </p:txBody>
      </p:sp>
      <p:sp>
        <p:nvSpPr>
          <p:cNvPr id="286" name="Google Shape;286;p4"/>
          <p:cNvSpPr txBox="1"/>
          <p:nvPr/>
        </p:nvSpPr>
        <p:spPr>
          <a:xfrm>
            <a:off x="822325" y="33337"/>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87" name="Google Shape;287;p4"/>
          <p:cNvSpPr txBox="1"/>
          <p:nvPr/>
        </p:nvSpPr>
        <p:spPr>
          <a:xfrm>
            <a:off x="152400" y="119062"/>
            <a:ext cx="2603500" cy="13112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folHlink"/>
              </a:buClr>
              <a:buSzPts val="4000"/>
              <a:buFont typeface="Arial"/>
              <a:buNone/>
            </a:pPr>
            <a:r>
              <a:rPr lang="en-US" sz="4000" b="1" i="0" u="none">
                <a:solidFill>
                  <a:schemeClr val="folHlink"/>
                </a:solidFill>
                <a:latin typeface="Arial"/>
                <a:ea typeface="Arial"/>
                <a:cs typeface="Arial"/>
                <a:sym typeface="Arial"/>
              </a:rPr>
              <a:t>Chapter </a:t>
            </a:r>
            <a:br>
              <a:rPr lang="en-US" sz="4000" b="1" i="0" u="none">
                <a:solidFill>
                  <a:schemeClr val="folHlink"/>
                </a:solidFill>
                <a:latin typeface="Arial"/>
                <a:ea typeface="Arial"/>
                <a:cs typeface="Arial"/>
                <a:sym typeface="Arial"/>
              </a:rPr>
            </a:br>
            <a:r>
              <a:rPr lang="en-US" sz="4000" b="1" i="0" u="none">
                <a:solidFill>
                  <a:schemeClr val="folHlink"/>
                </a:solidFill>
                <a:latin typeface="Arial"/>
                <a:ea typeface="Arial"/>
                <a:cs typeface="Arial"/>
                <a:sym typeface="Arial"/>
              </a:rPr>
              <a:t>Outline</a:t>
            </a:r>
            <a:endParaRPr/>
          </a:p>
        </p:txBody>
      </p:sp>
      <p:cxnSp>
        <p:nvCxnSpPr>
          <p:cNvPr id="288" name="Google Shape;288;p4"/>
          <p:cNvCxnSpPr/>
          <p:nvPr/>
        </p:nvCxnSpPr>
        <p:spPr>
          <a:xfrm>
            <a:off x="2590800" y="228600"/>
            <a:ext cx="0" cy="6172200"/>
          </a:xfrm>
          <a:prstGeom prst="straightConnector1">
            <a:avLst/>
          </a:prstGeom>
          <a:noFill/>
          <a:ln w="38100" cap="flat" cmpd="sng">
            <a:solidFill>
              <a:schemeClr val="dk1"/>
            </a:solidFill>
            <a:prstDash val="solid"/>
            <a:miter lim="800000"/>
            <a:headEnd type="none" w="med" len="med"/>
            <a:tailEnd type="none" w="med" len="med"/>
          </a:ln>
        </p:spPr>
      </p:cxnSp>
      <p:sp>
        <p:nvSpPr>
          <p:cNvPr id="289" name="Google Shape;289;p4"/>
          <p:cNvSpPr txBox="1"/>
          <p:nvPr/>
        </p:nvSpPr>
        <p:spPr>
          <a:xfrm>
            <a:off x="2667000" y="0"/>
            <a:ext cx="3952875"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Arial"/>
              <a:buNone/>
            </a:pPr>
            <a:r>
              <a:rPr lang="en-US" sz="3200" b="1" i="1" u="none">
                <a:solidFill>
                  <a:schemeClr val="dk1"/>
                </a:solidFill>
                <a:latin typeface="Arial"/>
                <a:ea typeface="Arial"/>
                <a:cs typeface="Arial"/>
                <a:sym typeface="Arial"/>
              </a:rPr>
              <a:t>15.1     TCP Services</a:t>
            </a:r>
            <a:endParaRPr/>
          </a:p>
        </p:txBody>
      </p:sp>
      <p:sp>
        <p:nvSpPr>
          <p:cNvPr id="290" name="Google Shape;290;p4"/>
          <p:cNvSpPr txBox="1"/>
          <p:nvPr/>
        </p:nvSpPr>
        <p:spPr>
          <a:xfrm>
            <a:off x="2667000" y="555625"/>
            <a:ext cx="4040187"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Arial"/>
              <a:buNone/>
            </a:pPr>
            <a:r>
              <a:rPr lang="en-US" sz="3200" b="1" i="1" u="none">
                <a:solidFill>
                  <a:schemeClr val="dk1"/>
                </a:solidFill>
                <a:latin typeface="Arial"/>
                <a:ea typeface="Arial"/>
                <a:cs typeface="Arial"/>
                <a:sym typeface="Arial"/>
              </a:rPr>
              <a:t>15.2     TCP Features</a:t>
            </a:r>
            <a:endParaRPr/>
          </a:p>
        </p:txBody>
      </p:sp>
      <p:sp>
        <p:nvSpPr>
          <p:cNvPr id="291" name="Google Shape;291;p4"/>
          <p:cNvSpPr txBox="1"/>
          <p:nvPr/>
        </p:nvSpPr>
        <p:spPr>
          <a:xfrm>
            <a:off x="2819400" y="3352800"/>
            <a:ext cx="184150" cy="1066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ahoma"/>
              <a:buNone/>
            </a:pPr>
            <a:endParaRPr sz="3200" b="1" i="1" u="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3200" b="1" i="1" u="none">
              <a:solidFill>
                <a:schemeClr val="dk1"/>
              </a:solidFill>
              <a:latin typeface="Arial"/>
              <a:ea typeface="Arial"/>
              <a:cs typeface="Arial"/>
              <a:sym typeface="Arial"/>
            </a:endParaRPr>
          </a:p>
        </p:txBody>
      </p:sp>
      <p:sp>
        <p:nvSpPr>
          <p:cNvPr id="292" name="Google Shape;292;p4"/>
          <p:cNvSpPr txBox="1"/>
          <p:nvPr/>
        </p:nvSpPr>
        <p:spPr>
          <a:xfrm>
            <a:off x="2667000" y="1109662"/>
            <a:ext cx="3265487"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Arial"/>
              <a:buNone/>
            </a:pPr>
            <a:r>
              <a:rPr lang="en-US" sz="3200" b="1" i="1" u="none">
                <a:solidFill>
                  <a:schemeClr val="dk1"/>
                </a:solidFill>
                <a:latin typeface="Arial"/>
                <a:ea typeface="Arial"/>
                <a:cs typeface="Arial"/>
                <a:sym typeface="Arial"/>
              </a:rPr>
              <a:t>15.3     Segment</a:t>
            </a:r>
            <a:endParaRPr/>
          </a:p>
        </p:txBody>
      </p:sp>
      <p:sp>
        <p:nvSpPr>
          <p:cNvPr id="293" name="Google Shape;293;p4"/>
          <p:cNvSpPr txBox="1"/>
          <p:nvPr/>
        </p:nvSpPr>
        <p:spPr>
          <a:xfrm>
            <a:off x="2667000" y="1663700"/>
            <a:ext cx="4986337"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Arial"/>
              <a:buNone/>
            </a:pPr>
            <a:r>
              <a:rPr lang="en-US" sz="3200" b="1" i="1" u="none">
                <a:solidFill>
                  <a:schemeClr val="dk1"/>
                </a:solidFill>
                <a:latin typeface="Arial"/>
                <a:ea typeface="Arial"/>
                <a:cs typeface="Arial"/>
                <a:sym typeface="Arial"/>
              </a:rPr>
              <a:t>15.4     A TCP Connection</a:t>
            </a:r>
            <a:endParaRPr/>
          </a:p>
        </p:txBody>
      </p:sp>
      <p:sp>
        <p:nvSpPr>
          <p:cNvPr id="294" name="Google Shape;294;p4"/>
          <p:cNvSpPr txBox="1"/>
          <p:nvPr/>
        </p:nvSpPr>
        <p:spPr>
          <a:xfrm>
            <a:off x="2667000" y="2217737"/>
            <a:ext cx="6365875"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Arial"/>
              <a:buNone/>
            </a:pPr>
            <a:r>
              <a:rPr lang="en-US" sz="3200" b="1" i="1" u="none">
                <a:solidFill>
                  <a:schemeClr val="dk1"/>
                </a:solidFill>
                <a:latin typeface="Arial"/>
                <a:ea typeface="Arial"/>
                <a:cs typeface="Arial"/>
                <a:sym typeface="Arial"/>
              </a:rPr>
              <a:t>15.5     State Transition Diagram</a:t>
            </a:r>
            <a:endParaRPr/>
          </a:p>
        </p:txBody>
      </p:sp>
      <p:sp>
        <p:nvSpPr>
          <p:cNvPr id="295" name="Google Shape;295;p4"/>
          <p:cNvSpPr txBox="1"/>
          <p:nvPr/>
        </p:nvSpPr>
        <p:spPr>
          <a:xfrm>
            <a:off x="2667000" y="2771775"/>
            <a:ext cx="4632325"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Arial"/>
              <a:buNone/>
            </a:pPr>
            <a:r>
              <a:rPr lang="en-US" sz="3200" b="1" i="1" u="none">
                <a:solidFill>
                  <a:schemeClr val="dk1"/>
                </a:solidFill>
                <a:latin typeface="Arial"/>
                <a:ea typeface="Arial"/>
                <a:cs typeface="Arial"/>
                <a:sym typeface="Arial"/>
              </a:rPr>
              <a:t>15.6     Windows in TCP</a:t>
            </a:r>
            <a:endParaRPr/>
          </a:p>
        </p:txBody>
      </p:sp>
      <p:sp>
        <p:nvSpPr>
          <p:cNvPr id="296" name="Google Shape;296;p4"/>
          <p:cNvSpPr txBox="1"/>
          <p:nvPr/>
        </p:nvSpPr>
        <p:spPr>
          <a:xfrm>
            <a:off x="2667000" y="3325812"/>
            <a:ext cx="4008437"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Arial"/>
              <a:buNone/>
            </a:pPr>
            <a:r>
              <a:rPr lang="en-US" sz="3200" b="1" i="1" u="none">
                <a:solidFill>
                  <a:schemeClr val="dk1"/>
                </a:solidFill>
                <a:latin typeface="Arial"/>
                <a:ea typeface="Arial"/>
                <a:cs typeface="Arial"/>
                <a:sym typeface="Arial"/>
              </a:rPr>
              <a:t>15.7     Flow Control</a:t>
            </a:r>
            <a:endParaRPr/>
          </a:p>
        </p:txBody>
      </p:sp>
      <p:sp>
        <p:nvSpPr>
          <p:cNvPr id="297" name="Google Shape;297;p4"/>
          <p:cNvSpPr txBox="1"/>
          <p:nvPr/>
        </p:nvSpPr>
        <p:spPr>
          <a:xfrm>
            <a:off x="2667000" y="3879850"/>
            <a:ext cx="4038600"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Arial"/>
              <a:buNone/>
            </a:pPr>
            <a:r>
              <a:rPr lang="en-US" sz="3200" b="1" i="1" u="none">
                <a:solidFill>
                  <a:schemeClr val="dk1"/>
                </a:solidFill>
                <a:latin typeface="Arial"/>
                <a:ea typeface="Arial"/>
                <a:cs typeface="Arial"/>
                <a:sym typeface="Arial"/>
              </a:rPr>
              <a:t>15.8     Error Control</a:t>
            </a:r>
            <a:endParaRPr/>
          </a:p>
        </p:txBody>
      </p:sp>
      <p:sp>
        <p:nvSpPr>
          <p:cNvPr id="298" name="Google Shape;298;p4"/>
          <p:cNvSpPr txBox="1"/>
          <p:nvPr/>
        </p:nvSpPr>
        <p:spPr>
          <a:xfrm>
            <a:off x="2667000" y="4433887"/>
            <a:ext cx="5303837"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Arial"/>
              <a:buNone/>
            </a:pPr>
            <a:r>
              <a:rPr lang="en-US" sz="3200" b="1" i="1" u="none">
                <a:solidFill>
                  <a:schemeClr val="dk1"/>
                </a:solidFill>
                <a:latin typeface="Arial"/>
                <a:ea typeface="Arial"/>
                <a:cs typeface="Arial"/>
                <a:sym typeface="Arial"/>
              </a:rPr>
              <a:t>15.9     Congestion Control</a:t>
            </a:r>
            <a:endParaRPr/>
          </a:p>
        </p:txBody>
      </p:sp>
      <p:sp>
        <p:nvSpPr>
          <p:cNvPr id="299" name="Google Shape;299;p4"/>
          <p:cNvSpPr txBox="1"/>
          <p:nvPr/>
        </p:nvSpPr>
        <p:spPr>
          <a:xfrm>
            <a:off x="2667000" y="4987925"/>
            <a:ext cx="3705225"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Arial"/>
              <a:buNone/>
            </a:pPr>
            <a:r>
              <a:rPr lang="en-US" sz="3200" b="1" i="1" u="none">
                <a:solidFill>
                  <a:schemeClr val="dk1"/>
                </a:solidFill>
                <a:latin typeface="Arial"/>
                <a:ea typeface="Arial"/>
                <a:cs typeface="Arial"/>
                <a:sym typeface="Arial"/>
              </a:rPr>
              <a:t>15.10   TCP Timers</a:t>
            </a:r>
            <a:endParaRPr/>
          </a:p>
        </p:txBody>
      </p:sp>
      <p:sp>
        <p:nvSpPr>
          <p:cNvPr id="300" name="Google Shape;300;p4"/>
          <p:cNvSpPr txBox="1"/>
          <p:nvPr/>
        </p:nvSpPr>
        <p:spPr>
          <a:xfrm>
            <a:off x="2667000" y="5541962"/>
            <a:ext cx="3098800"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Arial"/>
              <a:buNone/>
            </a:pPr>
            <a:r>
              <a:rPr lang="en-US" sz="3200" b="1" i="1" u="none">
                <a:solidFill>
                  <a:schemeClr val="dk1"/>
                </a:solidFill>
                <a:latin typeface="Arial"/>
                <a:ea typeface="Arial"/>
                <a:cs typeface="Arial"/>
                <a:sym typeface="Arial"/>
              </a:rPr>
              <a:t>15.11   Options</a:t>
            </a:r>
            <a:endParaRPr/>
          </a:p>
        </p:txBody>
      </p:sp>
      <p:sp>
        <p:nvSpPr>
          <p:cNvPr id="301" name="Google Shape;301;p4"/>
          <p:cNvSpPr txBox="1"/>
          <p:nvPr/>
        </p:nvSpPr>
        <p:spPr>
          <a:xfrm>
            <a:off x="2667000" y="6096000"/>
            <a:ext cx="4017962"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Arial"/>
              <a:buNone/>
            </a:pPr>
            <a:r>
              <a:rPr lang="en-US" sz="3200" b="1" i="1" u="none">
                <a:solidFill>
                  <a:schemeClr val="dk1"/>
                </a:solidFill>
                <a:latin typeface="Arial"/>
                <a:ea typeface="Arial"/>
                <a:cs typeface="Arial"/>
                <a:sym typeface="Arial"/>
              </a:rPr>
              <a:t>15.12   TCP Package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5"/>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308" name="Google Shape;308;p5"/>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5</a:t>
            </a:fld>
            <a:endParaRPr/>
          </a:p>
        </p:txBody>
      </p:sp>
      <p:sp>
        <p:nvSpPr>
          <p:cNvPr id="309" name="Google Shape;309;p5"/>
          <p:cNvSpPr txBox="1"/>
          <p:nvPr/>
        </p:nvSpPr>
        <p:spPr>
          <a:xfrm>
            <a:off x="0" y="0"/>
            <a:ext cx="9144000" cy="1371600"/>
          </a:xfrm>
          <a:prstGeom prst="rect">
            <a:avLst/>
          </a:prstGeom>
          <a:solidFill>
            <a:srgbClr val="33CC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10" name="Google Shape;310;p5"/>
          <p:cNvSpPr txBox="1"/>
          <p:nvPr/>
        </p:nvSpPr>
        <p:spPr>
          <a:xfrm>
            <a:off x="228600" y="355600"/>
            <a:ext cx="4575175" cy="650875"/>
          </a:xfrm>
          <a:prstGeom prst="rect">
            <a:avLst/>
          </a:prstGeom>
          <a:solidFill>
            <a:schemeClr val="folHlink"/>
          </a:solidFill>
          <a:ln w="9525" cap="flat" cmpd="sng">
            <a:solidFill>
              <a:schemeClr val="folHlink"/>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600"/>
              <a:buFont typeface="Times"/>
              <a:buNone/>
            </a:pPr>
            <a:r>
              <a:rPr lang="en-US" sz="3600" b="1" i="0" u="none">
                <a:solidFill>
                  <a:schemeClr val="lt1"/>
                </a:solidFill>
                <a:latin typeface="Times"/>
                <a:ea typeface="Times"/>
                <a:cs typeface="Times"/>
                <a:sym typeface="Times"/>
              </a:rPr>
              <a:t>15-1  TCP SERVICES</a:t>
            </a:r>
            <a:endParaRPr/>
          </a:p>
        </p:txBody>
      </p:sp>
      <p:sp>
        <p:nvSpPr>
          <p:cNvPr id="311" name="Google Shape;311;p5"/>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12" name="Google Shape;312;p5"/>
          <p:cNvSpPr txBox="1"/>
          <p:nvPr/>
        </p:nvSpPr>
        <p:spPr>
          <a:xfrm>
            <a:off x="381000" y="1524000"/>
            <a:ext cx="8410575" cy="26543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800"/>
              <a:buFont typeface="Arimo"/>
              <a:buNone/>
            </a:pPr>
            <a:r>
              <a:rPr lang="en-US" sz="2800" b="1" i="0" u="none">
                <a:solidFill>
                  <a:schemeClr val="dk1"/>
                </a:solidFill>
                <a:latin typeface="Arimo"/>
                <a:ea typeface="Arimo"/>
                <a:cs typeface="Arimo"/>
                <a:sym typeface="Arimo"/>
              </a:rPr>
              <a:t>Figure 15.1 shows the relationship of TCP to the other protocols in the TCP/IP protocol suite. TCP lies between the application layer and the network layer, and serves as the intermediary between the application programs and the network operations.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FFFF99"/>
            </a:gs>
            <a:gs pos="100000">
              <a:srgbClr val="767647"/>
            </a:gs>
          </a:gsLst>
          <a:lin ang="0" scaled="0"/>
        </a:gradFill>
        <a:effectLst/>
      </p:bgPr>
    </p:bg>
    <p:spTree>
      <p:nvGrpSpPr>
        <p:cNvPr id="1" name="Shape 317"/>
        <p:cNvGrpSpPr/>
        <p:nvPr/>
      </p:nvGrpSpPr>
      <p:grpSpPr>
        <a:xfrm>
          <a:off x="0" y="0"/>
          <a:ext cx="0" cy="0"/>
          <a:chOff x="0" y="0"/>
          <a:chExt cx="0" cy="0"/>
        </a:xfrm>
      </p:grpSpPr>
      <p:sp>
        <p:nvSpPr>
          <p:cNvPr id="318" name="Google Shape;318;p6"/>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319" name="Google Shape;319;p6"/>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6</a:t>
            </a:fld>
            <a:endParaRPr/>
          </a:p>
        </p:txBody>
      </p:sp>
      <p:sp>
        <p:nvSpPr>
          <p:cNvPr id="320" name="Google Shape;320;p6"/>
          <p:cNvSpPr txBox="1"/>
          <p:nvPr/>
        </p:nvSpPr>
        <p:spPr>
          <a:xfrm>
            <a:off x="228600" y="152400"/>
            <a:ext cx="5468937"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3200"/>
              <a:buFont typeface="Times"/>
              <a:buNone/>
            </a:pPr>
            <a:r>
              <a:rPr lang="en-US" sz="3200" b="1" i="1" u="none">
                <a:solidFill>
                  <a:schemeClr val="hlink"/>
                </a:solidFill>
                <a:latin typeface="Times"/>
                <a:ea typeface="Times"/>
                <a:cs typeface="Times"/>
                <a:sym typeface="Times"/>
              </a:rPr>
              <a:t>Topics Discussed in the Section</a:t>
            </a:r>
            <a:endParaRPr/>
          </a:p>
        </p:txBody>
      </p:sp>
      <p:sp>
        <p:nvSpPr>
          <p:cNvPr id="321" name="Google Shape;321;p6"/>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22" name="Google Shape;322;p6"/>
          <p:cNvSpPr txBox="1"/>
          <p:nvPr/>
        </p:nvSpPr>
        <p:spPr>
          <a:xfrm>
            <a:off x="304800" y="989012"/>
            <a:ext cx="8382000" cy="3082925"/>
          </a:xfrm>
          <a:prstGeom prst="rect">
            <a:avLst/>
          </a:prstGeom>
          <a:noFill/>
          <a:ln>
            <a:noFill/>
          </a:ln>
        </p:spPr>
        <p:txBody>
          <a:bodyPr spcFirstLastPara="1" wrap="square" lIns="91425" tIns="45700" rIns="91425" bIns="45700" anchor="t" anchorCtr="0">
            <a:spAutoFit/>
          </a:bodyPr>
          <a:lstStyle/>
          <a:p>
            <a:pPr marL="0" marR="0" lvl="0" indent="-208025" algn="l" rtl="0">
              <a:lnSpc>
                <a:spcPct val="100000"/>
              </a:lnSpc>
              <a:spcBef>
                <a:spcPts val="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Process-to-Process Communication</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Stream Delivery Service</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Full-Duplex Communication</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Multiplexing and Demultiplexing</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Connection-Oriented Service</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Reliable Service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2"/>
                                        </p:tgtEl>
                                        <p:attrNameLst>
                                          <p:attrName>style.visibility</p:attrName>
                                        </p:attrNameLst>
                                      </p:cBhvr>
                                      <p:to>
                                        <p:strVal val="visible"/>
                                      </p:to>
                                    </p:set>
                                    <p:animEffect transition="in" filter="fade">
                                      <p:cBhvr>
                                        <p:cTn id="7" dur="5000"/>
                                        <p:tgtEl>
                                          <p:spTgt spid="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7"/>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329" name="Google Shape;329;p7"/>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7</a:t>
            </a:fld>
            <a:endParaRPr/>
          </a:p>
        </p:txBody>
      </p:sp>
      <p:sp>
        <p:nvSpPr>
          <p:cNvPr id="330" name="Google Shape;330;p7"/>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15.1</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TCP/IP protocol suite</a:t>
            </a:r>
            <a:endParaRPr/>
          </a:p>
        </p:txBody>
      </p:sp>
      <p:sp>
        <p:nvSpPr>
          <p:cNvPr id="331" name="Google Shape;331;p7"/>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32" name="Google Shape;332;p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33" name="Google Shape;333;p7"/>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34" name="Google Shape;334;p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35" name="Google Shape;335;p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36" name="Google Shape;336;p7"/>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37" name="Google Shape;337;p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338" name="Google Shape;338;p7"/>
          <p:cNvPicPr preferRelativeResize="0"/>
          <p:nvPr/>
        </p:nvPicPr>
        <p:blipFill rotWithShape="1">
          <a:blip r:embed="rId3">
            <a:alphaModFix/>
          </a:blip>
          <a:srcRect/>
          <a:stretch/>
        </p:blipFill>
        <p:spPr>
          <a:xfrm>
            <a:off x="304800" y="1244600"/>
            <a:ext cx="8437562" cy="4470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8"/>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345" name="Google Shape;345;p8"/>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8</a:t>
            </a:fld>
            <a:endParaRPr/>
          </a:p>
        </p:txBody>
      </p:sp>
      <p:grpSp>
        <p:nvGrpSpPr>
          <p:cNvPr id="346" name="Google Shape;346;p8"/>
          <p:cNvGrpSpPr/>
          <p:nvPr/>
        </p:nvGrpSpPr>
        <p:grpSpPr>
          <a:xfrm>
            <a:off x="228600" y="228600"/>
            <a:ext cx="8458200" cy="5791200"/>
            <a:chOff x="144" y="144"/>
            <a:chExt cx="5328" cy="3648"/>
          </a:xfrm>
        </p:grpSpPr>
        <p:grpSp>
          <p:nvGrpSpPr>
            <p:cNvPr id="347" name="Google Shape;347;p8"/>
            <p:cNvGrpSpPr/>
            <p:nvPr/>
          </p:nvGrpSpPr>
          <p:grpSpPr>
            <a:xfrm>
              <a:off x="144" y="144"/>
              <a:ext cx="432" cy="3648"/>
              <a:chOff x="48" y="48"/>
              <a:chExt cx="576" cy="3984"/>
            </a:xfrm>
          </p:grpSpPr>
          <p:sp>
            <p:nvSpPr>
              <p:cNvPr id="348" name="Google Shape;348;p8"/>
              <p:cNvSpPr txBox="1"/>
              <p:nvPr/>
            </p:nvSpPr>
            <p:spPr>
              <a:xfrm>
                <a:off x="240"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49" name="Google Shape;349;p8"/>
              <p:cNvSpPr txBox="1"/>
              <p:nvPr/>
            </p:nvSpPr>
            <p:spPr>
              <a:xfrm>
                <a:off x="48"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50" name="Google Shape;350;p8"/>
              <p:cNvSpPr txBox="1"/>
              <p:nvPr/>
            </p:nvSpPr>
            <p:spPr>
              <a:xfrm>
                <a:off x="432"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351" name="Google Shape;351;p8"/>
            <p:cNvGrpSpPr/>
            <p:nvPr/>
          </p:nvGrpSpPr>
          <p:grpSpPr>
            <a:xfrm>
              <a:off x="144" y="144"/>
              <a:ext cx="5328" cy="336"/>
              <a:chOff x="0" y="144"/>
              <a:chExt cx="5760" cy="432"/>
            </a:xfrm>
          </p:grpSpPr>
          <p:sp>
            <p:nvSpPr>
              <p:cNvPr id="352" name="Google Shape;352;p8"/>
              <p:cNvSpPr txBox="1"/>
              <p:nvPr/>
            </p:nvSpPr>
            <p:spPr>
              <a:xfrm>
                <a:off x="0" y="144"/>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53" name="Google Shape;353;p8"/>
              <p:cNvSpPr txBox="1"/>
              <p:nvPr/>
            </p:nvSpPr>
            <p:spPr>
              <a:xfrm>
                <a:off x="0" y="288"/>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54" name="Google Shape;354;p8"/>
              <p:cNvSpPr txBox="1"/>
              <p:nvPr/>
            </p:nvSpPr>
            <p:spPr>
              <a:xfrm>
                <a:off x="0" y="432"/>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355" name="Google Shape;355;p8"/>
            <p:cNvGrpSpPr/>
            <p:nvPr/>
          </p:nvGrpSpPr>
          <p:grpSpPr>
            <a:xfrm>
              <a:off x="144" y="144"/>
              <a:ext cx="432" cy="336"/>
              <a:chOff x="144" y="144"/>
              <a:chExt cx="432" cy="336"/>
            </a:xfrm>
          </p:grpSpPr>
          <p:grpSp>
            <p:nvGrpSpPr>
              <p:cNvPr id="356" name="Google Shape;356;p8"/>
              <p:cNvGrpSpPr/>
              <p:nvPr/>
            </p:nvGrpSpPr>
            <p:grpSpPr>
              <a:xfrm>
                <a:off x="144" y="256"/>
                <a:ext cx="432" cy="112"/>
                <a:chOff x="288" y="256"/>
                <a:chExt cx="432" cy="112"/>
              </a:xfrm>
            </p:grpSpPr>
            <p:sp>
              <p:nvSpPr>
                <p:cNvPr id="357" name="Google Shape;357;p8"/>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58" name="Google Shape;358;p8"/>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59" name="Google Shape;359;p8"/>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360" name="Google Shape;360;p8"/>
              <p:cNvGrpSpPr/>
              <p:nvPr/>
            </p:nvGrpSpPr>
            <p:grpSpPr>
              <a:xfrm>
                <a:off x="144" y="144"/>
                <a:ext cx="432" cy="336"/>
                <a:chOff x="144" y="144"/>
                <a:chExt cx="432" cy="336"/>
              </a:xfrm>
            </p:grpSpPr>
            <p:grpSp>
              <p:nvGrpSpPr>
                <p:cNvPr id="361" name="Google Shape;361;p8"/>
                <p:cNvGrpSpPr/>
                <p:nvPr/>
              </p:nvGrpSpPr>
              <p:grpSpPr>
                <a:xfrm>
                  <a:off x="144" y="144"/>
                  <a:ext cx="432" cy="112"/>
                  <a:chOff x="288" y="256"/>
                  <a:chExt cx="432" cy="112"/>
                </a:xfrm>
              </p:grpSpPr>
              <p:sp>
                <p:nvSpPr>
                  <p:cNvPr id="362" name="Google Shape;362;p8"/>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63" name="Google Shape;363;p8"/>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64" name="Google Shape;364;p8"/>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365" name="Google Shape;365;p8"/>
                <p:cNvGrpSpPr/>
                <p:nvPr/>
              </p:nvGrpSpPr>
              <p:grpSpPr>
                <a:xfrm>
                  <a:off x="144" y="368"/>
                  <a:ext cx="432" cy="112"/>
                  <a:chOff x="288" y="256"/>
                  <a:chExt cx="432" cy="112"/>
                </a:xfrm>
              </p:grpSpPr>
              <p:sp>
                <p:nvSpPr>
                  <p:cNvPr id="366" name="Google Shape;366;p8"/>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67" name="Google Shape;367;p8"/>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68" name="Google Shape;368;p8"/>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grpSp>
      </p:grpSp>
      <p:grpSp>
        <p:nvGrpSpPr>
          <p:cNvPr id="369" name="Google Shape;369;p8"/>
          <p:cNvGrpSpPr/>
          <p:nvPr/>
        </p:nvGrpSpPr>
        <p:grpSpPr>
          <a:xfrm>
            <a:off x="1273175" y="1211262"/>
            <a:ext cx="7413625" cy="4122737"/>
            <a:chOff x="802" y="763"/>
            <a:chExt cx="4670" cy="2597"/>
          </a:xfrm>
        </p:grpSpPr>
        <p:pic>
          <p:nvPicPr>
            <p:cNvPr id="370" name="Google Shape;370;p8"/>
            <p:cNvPicPr preferRelativeResize="0"/>
            <p:nvPr/>
          </p:nvPicPr>
          <p:blipFill rotWithShape="1">
            <a:blip r:embed="rId3">
              <a:alphaModFix/>
            </a:blip>
            <a:srcRect/>
            <a:stretch/>
          </p:blipFill>
          <p:spPr>
            <a:xfrm>
              <a:off x="802" y="763"/>
              <a:ext cx="4670" cy="1253"/>
            </a:xfrm>
            <a:prstGeom prst="rect">
              <a:avLst/>
            </a:prstGeom>
            <a:noFill/>
            <a:ln>
              <a:noFill/>
            </a:ln>
          </p:spPr>
        </p:pic>
        <p:pic>
          <p:nvPicPr>
            <p:cNvPr id="371" name="Google Shape;371;p8"/>
            <p:cNvPicPr preferRelativeResize="0"/>
            <p:nvPr/>
          </p:nvPicPr>
          <p:blipFill rotWithShape="1">
            <a:blip r:embed="rId4">
              <a:alphaModFix/>
            </a:blip>
            <a:srcRect/>
            <a:stretch/>
          </p:blipFill>
          <p:spPr>
            <a:xfrm>
              <a:off x="819" y="2019"/>
              <a:ext cx="4653" cy="1341"/>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9"/>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378" name="Google Shape;378;p9"/>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9</a:t>
            </a:fld>
            <a:endParaRPr/>
          </a:p>
        </p:txBody>
      </p:sp>
      <p:sp>
        <p:nvSpPr>
          <p:cNvPr id="379" name="Google Shape;379;p9"/>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15.2</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Stream delivery</a:t>
            </a:r>
            <a:endParaRPr/>
          </a:p>
        </p:txBody>
      </p:sp>
      <p:sp>
        <p:nvSpPr>
          <p:cNvPr id="380" name="Google Shape;380;p9"/>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81" name="Google Shape;381;p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82" name="Google Shape;382;p9"/>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83" name="Google Shape;383;p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84" name="Google Shape;384;p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85" name="Google Shape;385;p9"/>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86" name="Google Shape;386;p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387" name="Google Shape;387;p9"/>
          <p:cNvPicPr preferRelativeResize="0"/>
          <p:nvPr/>
        </p:nvPicPr>
        <p:blipFill rotWithShape="1">
          <a:blip r:embed="rId3">
            <a:alphaModFix/>
          </a:blip>
          <a:srcRect/>
          <a:stretch/>
        </p:blipFill>
        <p:spPr>
          <a:xfrm>
            <a:off x="384175" y="1954212"/>
            <a:ext cx="8499475" cy="27225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10"/>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394" name="Google Shape;394;p10"/>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10</a:t>
            </a:fld>
            <a:endParaRPr/>
          </a:p>
        </p:txBody>
      </p:sp>
      <p:sp>
        <p:nvSpPr>
          <p:cNvPr id="395" name="Google Shape;395;p10"/>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15.3</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Sending and receiving buffers</a:t>
            </a:r>
            <a:endParaRPr/>
          </a:p>
        </p:txBody>
      </p:sp>
      <p:sp>
        <p:nvSpPr>
          <p:cNvPr id="396" name="Google Shape;396;p10"/>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97" name="Google Shape;397;p1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98" name="Google Shape;398;p10"/>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399" name="Google Shape;399;p1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00" name="Google Shape;400;p1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01" name="Google Shape;401;p10"/>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02" name="Google Shape;402;p1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403" name="Google Shape;403;p10"/>
          <p:cNvPicPr preferRelativeResize="0"/>
          <p:nvPr/>
        </p:nvPicPr>
        <p:blipFill rotWithShape="1">
          <a:blip r:embed="rId3">
            <a:alphaModFix/>
          </a:blip>
          <a:srcRect/>
          <a:stretch/>
        </p:blipFill>
        <p:spPr>
          <a:xfrm>
            <a:off x="623887" y="2300287"/>
            <a:ext cx="2614612" cy="2820987"/>
          </a:xfrm>
          <a:prstGeom prst="rect">
            <a:avLst/>
          </a:prstGeom>
          <a:noFill/>
          <a:ln>
            <a:noFill/>
          </a:ln>
        </p:spPr>
      </p:pic>
      <p:pic>
        <p:nvPicPr>
          <p:cNvPr id="404" name="Google Shape;404;p10"/>
          <p:cNvPicPr preferRelativeResize="0"/>
          <p:nvPr/>
        </p:nvPicPr>
        <p:blipFill rotWithShape="1">
          <a:blip r:embed="rId4">
            <a:alphaModFix/>
          </a:blip>
          <a:srcRect/>
          <a:stretch/>
        </p:blipFill>
        <p:spPr>
          <a:xfrm>
            <a:off x="5545137" y="2309812"/>
            <a:ext cx="2514600" cy="2803525"/>
          </a:xfrm>
          <a:prstGeom prst="rect">
            <a:avLst/>
          </a:prstGeom>
          <a:noFill/>
          <a:ln>
            <a:noFill/>
          </a:ln>
        </p:spPr>
      </p:pic>
      <p:pic>
        <p:nvPicPr>
          <p:cNvPr id="405" name="Google Shape;405;p10"/>
          <p:cNvPicPr preferRelativeResize="0"/>
          <p:nvPr/>
        </p:nvPicPr>
        <p:blipFill rotWithShape="1">
          <a:blip r:embed="rId5">
            <a:alphaModFix/>
          </a:blip>
          <a:srcRect/>
          <a:stretch/>
        </p:blipFill>
        <p:spPr>
          <a:xfrm>
            <a:off x="2998787" y="4414837"/>
            <a:ext cx="3025775" cy="49053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3"/>
                                        </p:tgtEl>
                                        <p:attrNameLst>
                                          <p:attrName>style.visibility</p:attrName>
                                        </p:attrNameLst>
                                      </p:cBhvr>
                                      <p:to>
                                        <p:strVal val="visible"/>
                                      </p:to>
                                    </p:set>
                                    <p:animEffect transition="in" filter="fade">
                                      <p:cBhvr>
                                        <p:cTn id="7" dur="2000"/>
                                        <p:tgtEl>
                                          <p:spTgt spid="4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5"/>
                                        </p:tgtEl>
                                        <p:attrNameLst>
                                          <p:attrName>style.visibility</p:attrName>
                                        </p:attrNameLst>
                                      </p:cBhvr>
                                      <p:to>
                                        <p:strVal val="visible"/>
                                      </p:to>
                                    </p:set>
                                    <p:animEffect transition="in" filter="fade">
                                      <p:cBhvr>
                                        <p:cTn id="12" dur="2000"/>
                                        <p:tgtEl>
                                          <p:spTgt spid="40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04"/>
                                        </p:tgtEl>
                                        <p:attrNameLst>
                                          <p:attrName>style.visibility</p:attrName>
                                        </p:attrNameLst>
                                      </p:cBhvr>
                                      <p:to>
                                        <p:strVal val="visible"/>
                                      </p:to>
                                    </p:set>
                                    <p:animEffect transition="in" filter="fade">
                                      <p:cBhvr>
                                        <p:cTn id="17" dur="2000"/>
                                        <p:tgtEl>
                                          <p:spTgt spid="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11"/>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412" name="Google Shape;412;p11"/>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11</a:t>
            </a:fld>
            <a:endParaRPr/>
          </a:p>
        </p:txBody>
      </p:sp>
      <p:sp>
        <p:nvSpPr>
          <p:cNvPr id="413" name="Google Shape;413;p11"/>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15.4</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TCP segments</a:t>
            </a:r>
            <a:endParaRPr/>
          </a:p>
        </p:txBody>
      </p:sp>
      <p:sp>
        <p:nvSpPr>
          <p:cNvPr id="414" name="Google Shape;414;p11"/>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15" name="Google Shape;415;p1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16" name="Google Shape;416;p11"/>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17" name="Google Shape;417;p1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18" name="Google Shape;418;p1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19" name="Google Shape;419;p11"/>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20" name="Google Shape;420;p1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421" name="Google Shape;421;p11"/>
          <p:cNvPicPr preferRelativeResize="0"/>
          <p:nvPr/>
        </p:nvPicPr>
        <p:blipFill rotWithShape="1">
          <a:blip r:embed="rId3">
            <a:alphaModFix/>
          </a:blip>
          <a:srcRect/>
          <a:stretch/>
        </p:blipFill>
        <p:spPr>
          <a:xfrm>
            <a:off x="703262" y="2300287"/>
            <a:ext cx="2614612" cy="2820987"/>
          </a:xfrm>
          <a:prstGeom prst="rect">
            <a:avLst/>
          </a:prstGeom>
          <a:noFill/>
          <a:ln>
            <a:noFill/>
          </a:ln>
        </p:spPr>
      </p:pic>
      <p:pic>
        <p:nvPicPr>
          <p:cNvPr id="422" name="Google Shape;422;p11"/>
          <p:cNvPicPr preferRelativeResize="0"/>
          <p:nvPr/>
        </p:nvPicPr>
        <p:blipFill rotWithShape="1">
          <a:blip r:embed="rId4">
            <a:alphaModFix/>
          </a:blip>
          <a:srcRect/>
          <a:stretch/>
        </p:blipFill>
        <p:spPr>
          <a:xfrm>
            <a:off x="5449887" y="2309812"/>
            <a:ext cx="2514600" cy="2803525"/>
          </a:xfrm>
          <a:prstGeom prst="rect">
            <a:avLst/>
          </a:prstGeom>
          <a:noFill/>
          <a:ln>
            <a:noFill/>
          </a:ln>
        </p:spPr>
      </p:pic>
      <p:pic>
        <p:nvPicPr>
          <p:cNvPr id="423" name="Google Shape;423;p11"/>
          <p:cNvPicPr preferRelativeResize="0"/>
          <p:nvPr/>
        </p:nvPicPr>
        <p:blipFill rotWithShape="1">
          <a:blip r:embed="rId5">
            <a:alphaModFix/>
          </a:blip>
          <a:srcRect/>
          <a:stretch/>
        </p:blipFill>
        <p:spPr>
          <a:xfrm>
            <a:off x="3357562" y="4379912"/>
            <a:ext cx="2293937" cy="55403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1"/>
                                        </p:tgtEl>
                                        <p:attrNameLst>
                                          <p:attrName>style.visibility</p:attrName>
                                        </p:attrNameLst>
                                      </p:cBhvr>
                                      <p:to>
                                        <p:strVal val="visible"/>
                                      </p:to>
                                    </p:set>
                                    <p:animEffect transition="in" filter="fade">
                                      <p:cBhvr>
                                        <p:cTn id="7" dur="2000"/>
                                        <p:tgtEl>
                                          <p:spTgt spid="42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2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22"/>
                                        </p:tgtEl>
                                        <p:attrNameLst>
                                          <p:attrName>style.visibility</p:attrName>
                                        </p:attrNameLst>
                                      </p:cBhvr>
                                      <p:to>
                                        <p:strVal val="visible"/>
                                      </p:to>
                                    </p:set>
                                    <p:animEffect transition="in" filter="fade">
                                      <p:cBhvr>
                                        <p:cTn id="16" dur="2000"/>
                                        <p:tgtEl>
                                          <p:spTgt spid="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12"/>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430" name="Google Shape;430;p12"/>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12</a:t>
            </a:fld>
            <a:endParaRPr/>
          </a:p>
        </p:txBody>
      </p:sp>
      <p:sp>
        <p:nvSpPr>
          <p:cNvPr id="431" name="Google Shape;431;p12"/>
          <p:cNvSpPr txBox="1"/>
          <p:nvPr/>
        </p:nvSpPr>
        <p:spPr>
          <a:xfrm>
            <a:off x="0" y="0"/>
            <a:ext cx="9144000" cy="1371600"/>
          </a:xfrm>
          <a:prstGeom prst="rect">
            <a:avLst/>
          </a:prstGeom>
          <a:solidFill>
            <a:srgbClr val="33CC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32" name="Google Shape;432;p12"/>
          <p:cNvSpPr txBox="1"/>
          <p:nvPr/>
        </p:nvSpPr>
        <p:spPr>
          <a:xfrm>
            <a:off x="228600" y="355600"/>
            <a:ext cx="4727575" cy="650875"/>
          </a:xfrm>
          <a:prstGeom prst="rect">
            <a:avLst/>
          </a:prstGeom>
          <a:solidFill>
            <a:schemeClr val="folHlink"/>
          </a:solidFill>
          <a:ln w="9525" cap="flat" cmpd="sng">
            <a:solidFill>
              <a:schemeClr val="folHlink"/>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600"/>
              <a:buFont typeface="Times"/>
              <a:buNone/>
            </a:pPr>
            <a:r>
              <a:rPr lang="en-US" sz="3600" b="1" i="0" u="none">
                <a:solidFill>
                  <a:schemeClr val="lt1"/>
                </a:solidFill>
                <a:latin typeface="Times"/>
                <a:ea typeface="Times"/>
                <a:cs typeface="Times"/>
                <a:sym typeface="Times"/>
              </a:rPr>
              <a:t>15-2  TCP FEATURES</a:t>
            </a:r>
            <a:endParaRPr/>
          </a:p>
        </p:txBody>
      </p:sp>
      <p:sp>
        <p:nvSpPr>
          <p:cNvPr id="433" name="Google Shape;433;p12"/>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34" name="Google Shape;434;p12"/>
          <p:cNvSpPr txBox="1"/>
          <p:nvPr/>
        </p:nvSpPr>
        <p:spPr>
          <a:xfrm>
            <a:off x="381000" y="1524000"/>
            <a:ext cx="8534400" cy="180022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800"/>
              <a:buFont typeface="Arimo"/>
              <a:buNone/>
            </a:pPr>
            <a:r>
              <a:rPr lang="en-US" sz="2800" b="1" i="0" u="none">
                <a:solidFill>
                  <a:schemeClr val="dk1"/>
                </a:solidFill>
                <a:latin typeface="Arimo"/>
                <a:ea typeface="Arimo"/>
                <a:cs typeface="Arimo"/>
                <a:sym typeface="Arimo"/>
              </a:rPr>
              <a:t>To provide the services mentioned in the previous section, TCP has several features that are briefly summarized in this section and discussed later in detail.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FFFF99"/>
            </a:gs>
            <a:gs pos="100000">
              <a:srgbClr val="767647"/>
            </a:gs>
          </a:gsLst>
          <a:lin ang="0" scaled="0"/>
        </a:gradFill>
        <a:effectLst/>
      </p:bgPr>
    </p:bg>
    <p:spTree>
      <p:nvGrpSpPr>
        <p:cNvPr id="1" name="Shape 439"/>
        <p:cNvGrpSpPr/>
        <p:nvPr/>
      </p:nvGrpSpPr>
      <p:grpSpPr>
        <a:xfrm>
          <a:off x="0" y="0"/>
          <a:ext cx="0" cy="0"/>
          <a:chOff x="0" y="0"/>
          <a:chExt cx="0" cy="0"/>
        </a:xfrm>
      </p:grpSpPr>
      <p:sp>
        <p:nvSpPr>
          <p:cNvPr id="440" name="Google Shape;440;p13"/>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441" name="Google Shape;441;p13"/>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13</a:t>
            </a:fld>
            <a:endParaRPr/>
          </a:p>
        </p:txBody>
      </p:sp>
      <p:sp>
        <p:nvSpPr>
          <p:cNvPr id="442" name="Google Shape;442;p13"/>
          <p:cNvSpPr txBox="1"/>
          <p:nvPr/>
        </p:nvSpPr>
        <p:spPr>
          <a:xfrm>
            <a:off x="228600" y="152400"/>
            <a:ext cx="5468937"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3200"/>
              <a:buFont typeface="Times"/>
              <a:buNone/>
            </a:pPr>
            <a:r>
              <a:rPr lang="en-US" sz="3200" b="1" i="1" u="none">
                <a:solidFill>
                  <a:schemeClr val="hlink"/>
                </a:solidFill>
                <a:latin typeface="Times"/>
                <a:ea typeface="Times"/>
                <a:cs typeface="Times"/>
                <a:sym typeface="Times"/>
              </a:rPr>
              <a:t>Topics Discussed in the Section</a:t>
            </a:r>
            <a:endParaRPr/>
          </a:p>
        </p:txBody>
      </p:sp>
      <p:sp>
        <p:nvSpPr>
          <p:cNvPr id="443" name="Google Shape;443;p13"/>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44" name="Google Shape;444;p13"/>
          <p:cNvSpPr txBox="1"/>
          <p:nvPr/>
        </p:nvSpPr>
        <p:spPr>
          <a:xfrm>
            <a:off x="304800" y="989012"/>
            <a:ext cx="8382000" cy="2057400"/>
          </a:xfrm>
          <a:prstGeom prst="rect">
            <a:avLst/>
          </a:prstGeom>
          <a:noFill/>
          <a:ln>
            <a:noFill/>
          </a:ln>
        </p:spPr>
        <p:txBody>
          <a:bodyPr spcFirstLastPara="1" wrap="square" lIns="91425" tIns="45700" rIns="91425" bIns="45700" anchor="t" anchorCtr="0">
            <a:spAutoFit/>
          </a:bodyPr>
          <a:lstStyle/>
          <a:p>
            <a:pPr marL="0" marR="0" lvl="0" indent="-208025" algn="l" rtl="0">
              <a:lnSpc>
                <a:spcPct val="100000"/>
              </a:lnSpc>
              <a:spcBef>
                <a:spcPts val="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Numbering System</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Flow Control</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Error Control</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Congestion Control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4"/>
                                        </p:tgtEl>
                                        <p:attrNameLst>
                                          <p:attrName>style.visibility</p:attrName>
                                        </p:attrNameLst>
                                      </p:cBhvr>
                                      <p:to>
                                        <p:strVal val="visible"/>
                                      </p:to>
                                    </p:set>
                                    <p:animEffect transition="in" filter="fade">
                                      <p:cBhvr>
                                        <p:cTn id="7" dur="5000"/>
                                        <p:tgtEl>
                                          <p:spTgt spid="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14"/>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451" name="Google Shape;451;p14"/>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14</a:t>
            </a:fld>
            <a:endParaRPr/>
          </a:p>
        </p:txBody>
      </p:sp>
      <p:sp>
        <p:nvSpPr>
          <p:cNvPr id="452" name="Google Shape;452;p14"/>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53" name="Google Shape;453;p1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54" name="Google Shape;454;p14"/>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55" name="Google Shape;455;p1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56" name="Google Shape;456;p1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57" name="Google Shape;457;p14"/>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58" name="Google Shape;458;p1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459" name="Google Shape;459;p14"/>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460" name="Google Shape;460;p14"/>
          <p:cNvCxnSpPr/>
          <p:nvPr/>
        </p:nvCxnSpPr>
        <p:spPr>
          <a:xfrm>
            <a:off x="609600" y="53340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461" name="Google Shape;461;p14"/>
          <p:cNvSpPr txBox="1"/>
          <p:nvPr/>
        </p:nvSpPr>
        <p:spPr>
          <a:xfrm>
            <a:off x="647700" y="2716212"/>
            <a:ext cx="8077200" cy="2528887"/>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The bytes of data being transferred in each connection are numbered by TCP.</a:t>
            </a:r>
            <a:endParaRPr/>
          </a:p>
          <a:p>
            <a:pPr marL="0" marR="0" lvl="0" indent="0" algn="ctr" rtl="0">
              <a:lnSpc>
                <a:spcPct val="100000"/>
              </a:lnSpc>
              <a:spcBef>
                <a:spcPts val="0"/>
              </a:spcBef>
              <a:spcAft>
                <a:spcPts val="0"/>
              </a:spcAft>
              <a:buClr>
                <a:schemeClr val="dk1"/>
              </a:buClr>
              <a:buSzPts val="3200"/>
              <a:buFont typeface="Tahoma"/>
              <a:buNone/>
            </a:pPr>
            <a:endParaRPr sz="3200" b="1" i="1" u="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The numbering starts with an  arbitrarily generated number.</a:t>
            </a:r>
            <a:endParaRPr/>
          </a:p>
        </p:txBody>
      </p:sp>
      <p:grpSp>
        <p:nvGrpSpPr>
          <p:cNvPr id="462" name="Google Shape;462;p14"/>
          <p:cNvGrpSpPr/>
          <p:nvPr/>
        </p:nvGrpSpPr>
        <p:grpSpPr>
          <a:xfrm>
            <a:off x="609600" y="1981200"/>
            <a:ext cx="1143000" cy="566737"/>
            <a:chOff x="1200" y="1248"/>
            <a:chExt cx="720" cy="357"/>
          </a:xfrm>
        </p:grpSpPr>
        <p:pic>
          <p:nvPicPr>
            <p:cNvPr id="463" name="Google Shape;463;p14"/>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464" name="Google Shape;464;p14"/>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59"/>
                                        </p:tgtEl>
                                        <p:attrNameLst>
                                          <p:attrName>style.visibility</p:attrName>
                                        </p:attrNameLst>
                                      </p:cBhvr>
                                      <p:to>
                                        <p:strVal val="visible"/>
                                      </p:to>
                                    </p:set>
                                    <p:animEffect transition="in" filter="fade">
                                      <p:cBhvr>
                                        <p:cTn id="7" dur="500"/>
                                        <p:tgtEl>
                                          <p:spTgt spid="45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60"/>
                                        </p:tgtEl>
                                        <p:attrNameLst>
                                          <p:attrName>style.visibility</p:attrName>
                                        </p:attrNameLst>
                                      </p:cBhvr>
                                      <p:to>
                                        <p:strVal val="visible"/>
                                      </p:to>
                                    </p:set>
                                    <p:animEffect transition="in" filter="fade">
                                      <p:cBhvr>
                                        <p:cTn id="11" dur="500"/>
                                        <p:tgtEl>
                                          <p:spTgt spid="46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61"/>
                                        </p:tgtEl>
                                        <p:attrNameLst>
                                          <p:attrName>style.visibility</p:attrName>
                                        </p:attrNameLst>
                                      </p:cBhvr>
                                      <p:to>
                                        <p:strVal val="visible"/>
                                      </p:to>
                                    </p:set>
                                    <p:animEffect transition="in" filter="fade">
                                      <p:cBhvr>
                                        <p:cTn id="15" dur="500"/>
                                        <p:tgtEl>
                                          <p:spTgt spid="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15"/>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471" name="Google Shape;471;p15"/>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15</a:t>
            </a:fld>
            <a:endParaRPr/>
          </a:p>
        </p:txBody>
      </p:sp>
      <p:sp>
        <p:nvSpPr>
          <p:cNvPr id="472" name="Google Shape;472;p15"/>
          <p:cNvSpPr txBox="1"/>
          <p:nvPr/>
        </p:nvSpPr>
        <p:spPr>
          <a:xfrm>
            <a:off x="76200" y="696912"/>
            <a:ext cx="8877300" cy="301307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Arimo"/>
              <a:buNone/>
            </a:pPr>
            <a:r>
              <a:rPr lang="en-US" sz="2400" b="1" i="0" u="none">
                <a:solidFill>
                  <a:schemeClr val="dk1"/>
                </a:solidFill>
                <a:latin typeface="Arimo"/>
                <a:ea typeface="Arimo"/>
                <a:cs typeface="Arimo"/>
                <a:sym typeface="Arimo"/>
              </a:rPr>
              <a:t>Suppose a TCP connection is transferring a file of 5,000 bytes. The first byte is numbered 10,001. What are the sequence numbers for each segment if data are sent in five segments, each carrying 1,000 bytes?</a:t>
            </a:r>
            <a:endParaRPr/>
          </a:p>
          <a:p>
            <a:pPr marL="0" marR="0" lvl="0" indent="0" algn="just" rtl="0">
              <a:lnSpc>
                <a:spcPct val="100000"/>
              </a:lnSpc>
              <a:spcBef>
                <a:spcPts val="0"/>
              </a:spcBef>
              <a:spcAft>
                <a:spcPts val="0"/>
              </a:spcAft>
              <a:buClr>
                <a:schemeClr val="dk1"/>
              </a:buClr>
              <a:buSzPts val="2400"/>
              <a:buFont typeface="Tahoma"/>
              <a:buNone/>
            </a:pPr>
            <a:endParaRPr sz="2400" b="1" i="0" u="none">
              <a:solidFill>
                <a:schemeClr val="dk1"/>
              </a:solidFill>
              <a:latin typeface="Arimo"/>
              <a:ea typeface="Arimo"/>
              <a:cs typeface="Arimo"/>
              <a:sym typeface="Arimo"/>
            </a:endParaRPr>
          </a:p>
          <a:p>
            <a:pPr marL="0" marR="0" lvl="0" indent="0" algn="just" rtl="0">
              <a:lnSpc>
                <a:spcPct val="100000"/>
              </a:lnSpc>
              <a:spcBef>
                <a:spcPts val="0"/>
              </a:spcBef>
              <a:spcAft>
                <a:spcPts val="0"/>
              </a:spcAft>
              <a:buClr>
                <a:schemeClr val="hlink"/>
              </a:buClr>
              <a:buSzPts val="2400"/>
              <a:buFont typeface="Arimo"/>
              <a:buNone/>
            </a:pPr>
            <a:r>
              <a:rPr lang="en-US" sz="2400" b="1" i="1" u="none">
                <a:solidFill>
                  <a:schemeClr val="hlink"/>
                </a:solidFill>
                <a:latin typeface="Arimo"/>
                <a:ea typeface="Arimo"/>
                <a:cs typeface="Arimo"/>
                <a:sym typeface="Arimo"/>
              </a:rPr>
              <a:t>Solution</a:t>
            </a:r>
            <a:endParaRPr/>
          </a:p>
          <a:p>
            <a:pPr marL="0" marR="0" lvl="0" indent="0" algn="just" rtl="0">
              <a:lnSpc>
                <a:spcPct val="100000"/>
              </a:lnSpc>
              <a:spcBef>
                <a:spcPts val="0"/>
              </a:spcBef>
              <a:spcAft>
                <a:spcPts val="0"/>
              </a:spcAft>
              <a:buClr>
                <a:schemeClr val="dk1"/>
              </a:buClr>
              <a:buSzPts val="2400"/>
              <a:buFont typeface="Arimo"/>
              <a:buNone/>
            </a:pPr>
            <a:r>
              <a:rPr lang="en-US" sz="2400" b="1" i="0" u="none">
                <a:solidFill>
                  <a:schemeClr val="dk1"/>
                </a:solidFill>
                <a:latin typeface="Arimo"/>
                <a:ea typeface="Arimo"/>
                <a:cs typeface="Arimo"/>
                <a:sym typeface="Arimo"/>
              </a:rPr>
              <a:t>The following shows the sequence number for each segment:</a:t>
            </a:r>
            <a:endParaRPr/>
          </a:p>
        </p:txBody>
      </p:sp>
      <p:grpSp>
        <p:nvGrpSpPr>
          <p:cNvPr id="473" name="Google Shape;473;p15"/>
          <p:cNvGrpSpPr/>
          <p:nvPr/>
        </p:nvGrpSpPr>
        <p:grpSpPr>
          <a:xfrm>
            <a:off x="0" y="0"/>
            <a:ext cx="9144000" cy="609600"/>
            <a:chOff x="0" y="2448"/>
            <a:chExt cx="5760" cy="384"/>
          </a:xfrm>
        </p:grpSpPr>
        <p:sp>
          <p:nvSpPr>
            <p:cNvPr id="474" name="Google Shape;474;p15"/>
            <p:cNvSpPr txBox="1"/>
            <p:nvPr/>
          </p:nvSpPr>
          <p:spPr>
            <a:xfrm>
              <a:off x="0" y="2448"/>
              <a:ext cx="5760" cy="384"/>
            </a:xfrm>
            <a:prstGeom prst="rect">
              <a:avLst/>
            </a:prstGeom>
            <a:solidFill>
              <a:srgbClr val="2CB843"/>
            </a:solidFill>
            <a:ln w="9525"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75" name="Google Shape;475;p15"/>
            <p:cNvSpPr txBox="1"/>
            <p:nvPr/>
          </p:nvSpPr>
          <p:spPr>
            <a:xfrm>
              <a:off x="0" y="2448"/>
              <a:ext cx="1595" cy="365"/>
            </a:xfrm>
            <a:prstGeom prst="rect">
              <a:avLst/>
            </a:prstGeom>
            <a:solidFill>
              <a:srgbClr val="2CB84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200"/>
                <a:buFont typeface="Times New Roman"/>
                <a:buNone/>
              </a:pPr>
              <a:r>
                <a:rPr lang="en-US" sz="3200" b="1" i="0" u="none">
                  <a:solidFill>
                    <a:schemeClr val="lt1"/>
                  </a:solidFill>
                  <a:latin typeface="Times New Roman"/>
                  <a:ea typeface="Times New Roman"/>
                  <a:cs typeface="Times New Roman"/>
                  <a:sym typeface="Times New Roman"/>
                </a:rPr>
                <a:t>Example 15.1</a:t>
              </a:r>
              <a:endParaRPr/>
            </a:p>
          </p:txBody>
        </p:sp>
      </p:grpSp>
      <p:pic>
        <p:nvPicPr>
          <p:cNvPr id="476" name="Google Shape;476;p15"/>
          <p:cNvPicPr preferRelativeResize="0"/>
          <p:nvPr/>
        </p:nvPicPr>
        <p:blipFill rotWithShape="1">
          <a:blip r:embed="rId3">
            <a:alphaModFix/>
          </a:blip>
          <a:srcRect/>
          <a:stretch/>
        </p:blipFill>
        <p:spPr>
          <a:xfrm>
            <a:off x="209550" y="3895725"/>
            <a:ext cx="8709025" cy="1778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16"/>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483" name="Google Shape;483;p16"/>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16</a:t>
            </a:fld>
            <a:endParaRPr/>
          </a:p>
        </p:txBody>
      </p:sp>
      <p:sp>
        <p:nvSpPr>
          <p:cNvPr id="484" name="Google Shape;484;p16"/>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85" name="Google Shape;485;p1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86" name="Google Shape;486;p16"/>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87" name="Google Shape;487;p1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88" name="Google Shape;488;p1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89" name="Google Shape;489;p16"/>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490" name="Google Shape;490;p1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491" name="Google Shape;491;p16"/>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492" name="Google Shape;492;p16"/>
          <p:cNvCxnSpPr/>
          <p:nvPr/>
        </p:nvCxnSpPr>
        <p:spPr>
          <a:xfrm>
            <a:off x="609600" y="48768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493" name="Google Shape;493;p16"/>
          <p:cNvSpPr txBox="1"/>
          <p:nvPr/>
        </p:nvSpPr>
        <p:spPr>
          <a:xfrm>
            <a:off x="647700" y="2716212"/>
            <a:ext cx="8077200" cy="2041525"/>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The value in the sequence number </a:t>
            </a:r>
            <a:br>
              <a:rPr lang="en-US" sz="3200" b="1" i="1" u="none">
                <a:solidFill>
                  <a:schemeClr val="lt1"/>
                </a:solidFill>
                <a:latin typeface="Arial"/>
                <a:ea typeface="Arial"/>
                <a:cs typeface="Arial"/>
                <a:sym typeface="Arial"/>
              </a:rPr>
            </a:br>
            <a:r>
              <a:rPr lang="en-US" sz="3200" b="1" i="1" u="none">
                <a:solidFill>
                  <a:schemeClr val="lt1"/>
                </a:solidFill>
                <a:latin typeface="Arial"/>
                <a:ea typeface="Arial"/>
                <a:cs typeface="Arial"/>
                <a:sym typeface="Arial"/>
              </a:rPr>
              <a:t>field of a segment defines the number assigned to the first data byte </a:t>
            </a:r>
            <a:br>
              <a:rPr lang="en-US" sz="3200" b="1" i="1" u="none">
                <a:solidFill>
                  <a:schemeClr val="lt1"/>
                </a:solidFill>
                <a:latin typeface="Arial"/>
                <a:ea typeface="Arial"/>
                <a:cs typeface="Arial"/>
                <a:sym typeface="Arial"/>
              </a:rPr>
            </a:br>
            <a:r>
              <a:rPr lang="en-US" sz="3200" b="1" i="1" u="none">
                <a:solidFill>
                  <a:schemeClr val="lt1"/>
                </a:solidFill>
                <a:latin typeface="Arial"/>
                <a:ea typeface="Arial"/>
                <a:cs typeface="Arial"/>
                <a:sym typeface="Arial"/>
              </a:rPr>
              <a:t>contained in that segment.</a:t>
            </a:r>
            <a:endParaRPr/>
          </a:p>
        </p:txBody>
      </p:sp>
      <p:grpSp>
        <p:nvGrpSpPr>
          <p:cNvPr id="494" name="Google Shape;494;p16"/>
          <p:cNvGrpSpPr/>
          <p:nvPr/>
        </p:nvGrpSpPr>
        <p:grpSpPr>
          <a:xfrm>
            <a:off x="609600" y="1981200"/>
            <a:ext cx="1143000" cy="566737"/>
            <a:chOff x="1200" y="1248"/>
            <a:chExt cx="720" cy="357"/>
          </a:xfrm>
        </p:grpSpPr>
        <p:pic>
          <p:nvPicPr>
            <p:cNvPr id="495" name="Google Shape;495;p16"/>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496" name="Google Shape;496;p16"/>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91"/>
                                        </p:tgtEl>
                                        <p:attrNameLst>
                                          <p:attrName>style.visibility</p:attrName>
                                        </p:attrNameLst>
                                      </p:cBhvr>
                                      <p:to>
                                        <p:strVal val="visible"/>
                                      </p:to>
                                    </p:set>
                                    <p:animEffect transition="in" filter="fade">
                                      <p:cBhvr>
                                        <p:cTn id="7" dur="500"/>
                                        <p:tgtEl>
                                          <p:spTgt spid="49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92"/>
                                        </p:tgtEl>
                                        <p:attrNameLst>
                                          <p:attrName>style.visibility</p:attrName>
                                        </p:attrNameLst>
                                      </p:cBhvr>
                                      <p:to>
                                        <p:strVal val="visible"/>
                                      </p:to>
                                    </p:set>
                                    <p:animEffect transition="in" filter="fade">
                                      <p:cBhvr>
                                        <p:cTn id="11" dur="500"/>
                                        <p:tgtEl>
                                          <p:spTgt spid="49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93"/>
                                        </p:tgtEl>
                                        <p:attrNameLst>
                                          <p:attrName>style.visibility</p:attrName>
                                        </p:attrNameLst>
                                      </p:cBhvr>
                                      <p:to>
                                        <p:strVal val="visible"/>
                                      </p:to>
                                    </p:set>
                                    <p:animEffect transition="in" filter="fade">
                                      <p:cBhvr>
                                        <p:cTn id="15" dur="500"/>
                                        <p:tgtEl>
                                          <p:spTgt spid="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17"/>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503" name="Google Shape;503;p17"/>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17</a:t>
            </a:fld>
            <a:endParaRPr/>
          </a:p>
        </p:txBody>
      </p:sp>
      <p:sp>
        <p:nvSpPr>
          <p:cNvPr id="504" name="Google Shape;504;p17"/>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05" name="Google Shape;505;p1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06" name="Google Shape;506;p17"/>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07" name="Google Shape;507;p1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08" name="Google Shape;508;p1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09" name="Google Shape;509;p17"/>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10" name="Google Shape;510;p1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511" name="Google Shape;511;p17"/>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512" name="Google Shape;512;p17"/>
          <p:cNvCxnSpPr/>
          <p:nvPr/>
        </p:nvCxnSpPr>
        <p:spPr>
          <a:xfrm>
            <a:off x="609600" y="58674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513" name="Google Shape;513;p17"/>
          <p:cNvSpPr txBox="1"/>
          <p:nvPr/>
        </p:nvSpPr>
        <p:spPr>
          <a:xfrm>
            <a:off x="647700" y="2716212"/>
            <a:ext cx="8077200" cy="3016250"/>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The value of the acknowledgment field in a segment defines the number of the next byte a party expects to receive. </a:t>
            </a:r>
            <a:endParaRPr/>
          </a:p>
          <a:p>
            <a:pPr marL="0" marR="0" lvl="0" indent="0" algn="ctr" rtl="0">
              <a:lnSpc>
                <a:spcPct val="100000"/>
              </a:lnSpc>
              <a:spcBef>
                <a:spcPts val="0"/>
              </a:spcBef>
              <a:spcAft>
                <a:spcPts val="0"/>
              </a:spcAft>
              <a:buClr>
                <a:schemeClr val="dk1"/>
              </a:buClr>
              <a:buSzPts val="3200"/>
              <a:buFont typeface="Tahoma"/>
              <a:buNone/>
            </a:pPr>
            <a:endParaRPr sz="3200" b="1" i="1" u="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The acknowledgment number is cumulative.</a:t>
            </a:r>
            <a:endParaRPr/>
          </a:p>
        </p:txBody>
      </p:sp>
      <p:grpSp>
        <p:nvGrpSpPr>
          <p:cNvPr id="514" name="Google Shape;514;p17"/>
          <p:cNvGrpSpPr/>
          <p:nvPr/>
        </p:nvGrpSpPr>
        <p:grpSpPr>
          <a:xfrm>
            <a:off x="609600" y="1981200"/>
            <a:ext cx="1143000" cy="566737"/>
            <a:chOff x="1200" y="1248"/>
            <a:chExt cx="720" cy="357"/>
          </a:xfrm>
        </p:grpSpPr>
        <p:pic>
          <p:nvPicPr>
            <p:cNvPr id="515" name="Google Shape;515;p17"/>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516" name="Google Shape;516;p17"/>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11"/>
                                        </p:tgtEl>
                                        <p:attrNameLst>
                                          <p:attrName>style.visibility</p:attrName>
                                        </p:attrNameLst>
                                      </p:cBhvr>
                                      <p:to>
                                        <p:strVal val="visible"/>
                                      </p:to>
                                    </p:set>
                                    <p:animEffect transition="in" filter="fade">
                                      <p:cBhvr>
                                        <p:cTn id="7" dur="500"/>
                                        <p:tgtEl>
                                          <p:spTgt spid="5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12"/>
                                        </p:tgtEl>
                                        <p:attrNameLst>
                                          <p:attrName>style.visibility</p:attrName>
                                        </p:attrNameLst>
                                      </p:cBhvr>
                                      <p:to>
                                        <p:strVal val="visible"/>
                                      </p:to>
                                    </p:set>
                                    <p:animEffect transition="in" filter="fade">
                                      <p:cBhvr>
                                        <p:cTn id="11" dur="500"/>
                                        <p:tgtEl>
                                          <p:spTgt spid="51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13"/>
                                        </p:tgtEl>
                                        <p:attrNameLst>
                                          <p:attrName>style.visibility</p:attrName>
                                        </p:attrNameLst>
                                      </p:cBhvr>
                                      <p:to>
                                        <p:strVal val="visible"/>
                                      </p:to>
                                    </p:set>
                                    <p:animEffect transition="in" filter="fade">
                                      <p:cBhvr>
                                        <p:cTn id="15" dur="500"/>
                                        <p:tgtEl>
                                          <p:spTgt spid="5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18"/>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523" name="Google Shape;523;p18"/>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18</a:t>
            </a:fld>
            <a:endParaRPr/>
          </a:p>
        </p:txBody>
      </p:sp>
      <p:sp>
        <p:nvSpPr>
          <p:cNvPr id="524" name="Google Shape;524;p18"/>
          <p:cNvSpPr txBox="1"/>
          <p:nvPr/>
        </p:nvSpPr>
        <p:spPr>
          <a:xfrm>
            <a:off x="0" y="0"/>
            <a:ext cx="9144000" cy="1371600"/>
          </a:xfrm>
          <a:prstGeom prst="rect">
            <a:avLst/>
          </a:prstGeom>
          <a:solidFill>
            <a:srgbClr val="33CC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25" name="Google Shape;525;p18"/>
          <p:cNvSpPr txBox="1"/>
          <p:nvPr/>
        </p:nvSpPr>
        <p:spPr>
          <a:xfrm>
            <a:off x="228600" y="355600"/>
            <a:ext cx="3546475" cy="650875"/>
          </a:xfrm>
          <a:prstGeom prst="rect">
            <a:avLst/>
          </a:prstGeom>
          <a:solidFill>
            <a:schemeClr val="folHlink"/>
          </a:solidFill>
          <a:ln w="9525" cap="flat" cmpd="sng">
            <a:solidFill>
              <a:schemeClr val="folHlink"/>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600"/>
              <a:buFont typeface="Times"/>
              <a:buNone/>
            </a:pPr>
            <a:r>
              <a:rPr lang="en-US" sz="3600" b="1" i="0" u="none">
                <a:solidFill>
                  <a:schemeClr val="lt1"/>
                </a:solidFill>
                <a:latin typeface="Times"/>
                <a:ea typeface="Times"/>
                <a:cs typeface="Times"/>
                <a:sym typeface="Times"/>
              </a:rPr>
              <a:t>15-3  SEGMENT</a:t>
            </a:r>
            <a:endParaRPr/>
          </a:p>
        </p:txBody>
      </p:sp>
      <p:sp>
        <p:nvSpPr>
          <p:cNvPr id="526" name="Google Shape;526;p18"/>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27" name="Google Shape;527;p18"/>
          <p:cNvSpPr txBox="1"/>
          <p:nvPr/>
        </p:nvSpPr>
        <p:spPr>
          <a:xfrm>
            <a:off x="381000" y="1524000"/>
            <a:ext cx="8534400" cy="1373187"/>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800"/>
              <a:buFont typeface="Arimo"/>
              <a:buNone/>
            </a:pPr>
            <a:r>
              <a:rPr lang="en-US" sz="2800" b="1" i="0" u="none">
                <a:solidFill>
                  <a:schemeClr val="dk1"/>
                </a:solidFill>
                <a:latin typeface="Arimo"/>
                <a:ea typeface="Arimo"/>
                <a:cs typeface="Arimo"/>
                <a:sym typeface="Arimo"/>
              </a:rPr>
              <a:t>Before discussing TCP in more detail, let us discuss the TCP packets themselves. A packet in TCP is called a segment.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rgbClr val="FFFF99"/>
            </a:gs>
            <a:gs pos="100000">
              <a:srgbClr val="767647"/>
            </a:gs>
          </a:gsLst>
          <a:lin ang="0" scaled="0"/>
        </a:gradFill>
        <a:effectLst/>
      </p:bgPr>
    </p:bg>
    <p:spTree>
      <p:nvGrpSpPr>
        <p:cNvPr id="1" name="Shape 532"/>
        <p:cNvGrpSpPr/>
        <p:nvPr/>
      </p:nvGrpSpPr>
      <p:grpSpPr>
        <a:xfrm>
          <a:off x="0" y="0"/>
          <a:ext cx="0" cy="0"/>
          <a:chOff x="0" y="0"/>
          <a:chExt cx="0" cy="0"/>
        </a:xfrm>
      </p:grpSpPr>
      <p:sp>
        <p:nvSpPr>
          <p:cNvPr id="533" name="Google Shape;533;p19"/>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534" name="Google Shape;534;p19"/>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19</a:t>
            </a:fld>
            <a:endParaRPr/>
          </a:p>
        </p:txBody>
      </p:sp>
      <p:sp>
        <p:nvSpPr>
          <p:cNvPr id="535" name="Google Shape;535;p19"/>
          <p:cNvSpPr txBox="1"/>
          <p:nvPr/>
        </p:nvSpPr>
        <p:spPr>
          <a:xfrm>
            <a:off x="228600" y="152400"/>
            <a:ext cx="5468937"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3200"/>
              <a:buFont typeface="Times"/>
              <a:buNone/>
            </a:pPr>
            <a:r>
              <a:rPr lang="en-US" sz="3200" b="1" i="1" u="none">
                <a:solidFill>
                  <a:schemeClr val="hlink"/>
                </a:solidFill>
                <a:latin typeface="Times"/>
                <a:ea typeface="Times"/>
                <a:cs typeface="Times"/>
                <a:sym typeface="Times"/>
              </a:rPr>
              <a:t>Topics Discussed in the Section</a:t>
            </a:r>
            <a:endParaRPr/>
          </a:p>
        </p:txBody>
      </p:sp>
      <p:sp>
        <p:nvSpPr>
          <p:cNvPr id="536" name="Google Shape;536;p19"/>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37" name="Google Shape;537;p19"/>
          <p:cNvSpPr txBox="1"/>
          <p:nvPr/>
        </p:nvSpPr>
        <p:spPr>
          <a:xfrm>
            <a:off x="304800" y="989012"/>
            <a:ext cx="8382000" cy="1031875"/>
          </a:xfrm>
          <a:prstGeom prst="rect">
            <a:avLst/>
          </a:prstGeom>
          <a:noFill/>
          <a:ln>
            <a:noFill/>
          </a:ln>
        </p:spPr>
        <p:txBody>
          <a:bodyPr spcFirstLastPara="1" wrap="square" lIns="91425" tIns="45700" rIns="91425" bIns="45700" anchor="t" anchorCtr="0">
            <a:spAutoFit/>
          </a:bodyPr>
          <a:lstStyle/>
          <a:p>
            <a:pPr marL="0" marR="0" lvl="0" indent="-208025" algn="l" rtl="0">
              <a:lnSpc>
                <a:spcPct val="100000"/>
              </a:lnSpc>
              <a:spcBef>
                <a:spcPts val="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Format </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Encapsulation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7"/>
                                        </p:tgtEl>
                                        <p:attrNameLst>
                                          <p:attrName>style.visibility</p:attrName>
                                        </p:attrNameLst>
                                      </p:cBhvr>
                                      <p:to>
                                        <p:strVal val="visible"/>
                                      </p:to>
                                    </p:set>
                                    <p:animEffect transition="in" filter="fade">
                                      <p:cBhvr>
                                        <p:cTn id="7" dur="5000"/>
                                        <p:tgtEl>
                                          <p:spTgt spid="5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20"/>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544" name="Google Shape;544;p20"/>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20</a:t>
            </a:fld>
            <a:endParaRPr/>
          </a:p>
        </p:txBody>
      </p:sp>
      <p:sp>
        <p:nvSpPr>
          <p:cNvPr id="545" name="Google Shape;545;p20"/>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15.5</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TCP  segment format</a:t>
            </a:r>
            <a:endParaRPr/>
          </a:p>
        </p:txBody>
      </p:sp>
      <p:sp>
        <p:nvSpPr>
          <p:cNvPr id="546" name="Google Shape;546;p20"/>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47" name="Google Shape;547;p2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48" name="Google Shape;548;p20"/>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49" name="Google Shape;549;p2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50" name="Google Shape;550;p2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51" name="Google Shape;551;p20"/>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52" name="Google Shape;552;p2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553" name="Google Shape;553;p20"/>
          <p:cNvPicPr preferRelativeResize="0"/>
          <p:nvPr/>
        </p:nvPicPr>
        <p:blipFill rotWithShape="1">
          <a:blip r:embed="rId3">
            <a:alphaModFix/>
          </a:blip>
          <a:srcRect/>
          <a:stretch/>
        </p:blipFill>
        <p:spPr>
          <a:xfrm>
            <a:off x="1711325" y="1071562"/>
            <a:ext cx="4810125" cy="1098550"/>
          </a:xfrm>
          <a:prstGeom prst="rect">
            <a:avLst/>
          </a:prstGeom>
          <a:noFill/>
          <a:ln>
            <a:noFill/>
          </a:ln>
        </p:spPr>
      </p:pic>
      <p:pic>
        <p:nvPicPr>
          <p:cNvPr id="554" name="Google Shape;554;p20"/>
          <p:cNvPicPr preferRelativeResize="0"/>
          <p:nvPr/>
        </p:nvPicPr>
        <p:blipFill rotWithShape="1">
          <a:blip r:embed="rId4">
            <a:alphaModFix/>
          </a:blip>
          <a:srcRect/>
          <a:stretch/>
        </p:blipFill>
        <p:spPr>
          <a:xfrm>
            <a:off x="593725" y="2443162"/>
            <a:ext cx="7624762" cy="392906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54"/>
                                        </p:tgtEl>
                                        <p:attrNameLst>
                                          <p:attrName>style.visibility</p:attrName>
                                        </p:attrNameLst>
                                      </p:cBhvr>
                                      <p:to>
                                        <p:strVal val="visible"/>
                                      </p:to>
                                    </p:set>
                                    <p:animEffect transition="in" filter="fade">
                                      <p:cBhvr>
                                        <p:cTn id="11" dur="3000"/>
                                        <p:tgtEl>
                                          <p:spTgt spid="5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21"/>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561" name="Google Shape;561;p21"/>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21</a:t>
            </a:fld>
            <a:endParaRPr/>
          </a:p>
        </p:txBody>
      </p:sp>
      <p:sp>
        <p:nvSpPr>
          <p:cNvPr id="562" name="Google Shape;562;p21"/>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15.6</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Control field</a:t>
            </a:r>
            <a:endParaRPr/>
          </a:p>
        </p:txBody>
      </p:sp>
      <p:sp>
        <p:nvSpPr>
          <p:cNvPr id="563" name="Google Shape;563;p21"/>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64" name="Google Shape;564;p2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65" name="Google Shape;565;p21"/>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66" name="Google Shape;566;p2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67" name="Google Shape;567;p2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68" name="Google Shape;568;p21"/>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69" name="Google Shape;569;p2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570" name="Google Shape;570;p21"/>
          <p:cNvPicPr preferRelativeResize="0"/>
          <p:nvPr/>
        </p:nvPicPr>
        <p:blipFill rotWithShape="1">
          <a:blip r:embed="rId3">
            <a:alphaModFix/>
          </a:blip>
          <a:srcRect/>
          <a:stretch/>
        </p:blipFill>
        <p:spPr>
          <a:xfrm>
            <a:off x="352425" y="2289175"/>
            <a:ext cx="8410575" cy="28162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22"/>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577" name="Google Shape;577;p22"/>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22</a:t>
            </a:fld>
            <a:endParaRPr/>
          </a:p>
        </p:txBody>
      </p:sp>
      <p:sp>
        <p:nvSpPr>
          <p:cNvPr id="578" name="Google Shape;578;p22"/>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15.7</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Pseudoheader added to the TCP segment</a:t>
            </a:r>
            <a:endParaRPr/>
          </a:p>
        </p:txBody>
      </p:sp>
      <p:sp>
        <p:nvSpPr>
          <p:cNvPr id="579" name="Google Shape;579;p22"/>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80" name="Google Shape;580;p2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81" name="Google Shape;581;p22"/>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82" name="Google Shape;582;p2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83" name="Google Shape;583;p2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84" name="Google Shape;584;p22"/>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85" name="Google Shape;585;p2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586" name="Google Shape;586;p22"/>
          <p:cNvPicPr preferRelativeResize="0"/>
          <p:nvPr/>
        </p:nvPicPr>
        <p:blipFill rotWithShape="1">
          <a:blip r:embed="rId3">
            <a:alphaModFix/>
          </a:blip>
          <a:srcRect/>
          <a:stretch/>
        </p:blipFill>
        <p:spPr>
          <a:xfrm>
            <a:off x="1092200" y="2559050"/>
            <a:ext cx="6353175" cy="1862137"/>
          </a:xfrm>
          <a:prstGeom prst="rect">
            <a:avLst/>
          </a:prstGeom>
          <a:noFill/>
          <a:ln>
            <a:noFill/>
          </a:ln>
        </p:spPr>
      </p:pic>
      <p:pic>
        <p:nvPicPr>
          <p:cNvPr id="587" name="Google Shape;587;p22"/>
          <p:cNvPicPr preferRelativeResize="0"/>
          <p:nvPr/>
        </p:nvPicPr>
        <p:blipFill rotWithShape="1">
          <a:blip r:embed="rId4">
            <a:alphaModFix/>
          </a:blip>
          <a:srcRect/>
          <a:stretch/>
        </p:blipFill>
        <p:spPr>
          <a:xfrm>
            <a:off x="1514475" y="4525962"/>
            <a:ext cx="5988050" cy="903287"/>
          </a:xfrm>
          <a:prstGeom prst="rect">
            <a:avLst/>
          </a:prstGeom>
          <a:noFill/>
          <a:ln>
            <a:noFill/>
          </a:ln>
        </p:spPr>
      </p:pic>
      <p:pic>
        <p:nvPicPr>
          <p:cNvPr id="588" name="Google Shape;588;p22"/>
          <p:cNvPicPr preferRelativeResize="0"/>
          <p:nvPr/>
        </p:nvPicPr>
        <p:blipFill rotWithShape="1">
          <a:blip r:embed="rId5">
            <a:alphaModFix/>
          </a:blip>
          <a:srcRect/>
          <a:stretch/>
        </p:blipFill>
        <p:spPr>
          <a:xfrm>
            <a:off x="1122362" y="1296987"/>
            <a:ext cx="6297612" cy="112871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3" presetClass="entr" presetSubtype="16" fill="hold" nodeType="clickEffect">
                                  <p:stCondLst>
                                    <p:cond delay="0"/>
                                  </p:stCondLst>
                                  <p:childTnLst>
                                    <p:set>
                                      <p:cBhvr>
                                        <p:cTn id="14" dur="1" fill="hold">
                                          <p:stCondLst>
                                            <p:cond delay="0"/>
                                          </p:stCondLst>
                                        </p:cTn>
                                        <p:tgtEl>
                                          <p:spTgt spid="588"/>
                                        </p:tgtEl>
                                        <p:attrNameLst>
                                          <p:attrName>style.visibility</p:attrName>
                                        </p:attrNameLst>
                                      </p:cBhvr>
                                      <p:to>
                                        <p:strVal val="visible"/>
                                      </p:to>
                                    </p:set>
                                    <p:anim calcmode="lin" valueType="num">
                                      <p:cBhvr additive="base">
                                        <p:cTn id="15" dur="500"/>
                                        <p:tgtEl>
                                          <p:spTgt spid="588"/>
                                        </p:tgtEl>
                                        <p:attrNameLst>
                                          <p:attrName>ppt_w</p:attrName>
                                        </p:attrNameLst>
                                      </p:cBhvr>
                                      <p:tavLst>
                                        <p:tav tm="0">
                                          <p:val>
                                            <p:strVal val="0"/>
                                          </p:val>
                                        </p:tav>
                                        <p:tav tm="100000">
                                          <p:val>
                                            <p:strVal val="#ppt_w"/>
                                          </p:val>
                                        </p:tav>
                                      </p:tavLst>
                                    </p:anim>
                                    <p:anim calcmode="lin" valueType="num">
                                      <p:cBhvr additive="base">
                                        <p:cTn id="16" dur="500"/>
                                        <p:tgtEl>
                                          <p:spTgt spid="58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23"/>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595" name="Google Shape;595;p23"/>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23</a:t>
            </a:fld>
            <a:endParaRPr/>
          </a:p>
        </p:txBody>
      </p:sp>
      <p:sp>
        <p:nvSpPr>
          <p:cNvPr id="596" name="Google Shape;596;p23"/>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97" name="Google Shape;597;p2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98" name="Google Shape;598;p23"/>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599" name="Google Shape;599;p2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00" name="Google Shape;600;p2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01" name="Google Shape;601;p23"/>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02" name="Google Shape;602;p2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603" name="Google Shape;603;p23"/>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604" name="Google Shape;604;p23"/>
          <p:cNvCxnSpPr/>
          <p:nvPr/>
        </p:nvCxnSpPr>
        <p:spPr>
          <a:xfrm>
            <a:off x="609600" y="38862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605" name="Google Shape;605;p23"/>
          <p:cNvSpPr txBox="1"/>
          <p:nvPr/>
        </p:nvSpPr>
        <p:spPr>
          <a:xfrm>
            <a:off x="647700" y="2716212"/>
            <a:ext cx="8077200" cy="1066800"/>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The use of the checksum in TCP is mandatory.</a:t>
            </a:r>
            <a:endParaRPr/>
          </a:p>
        </p:txBody>
      </p:sp>
      <p:grpSp>
        <p:nvGrpSpPr>
          <p:cNvPr id="606" name="Google Shape;606;p23"/>
          <p:cNvGrpSpPr/>
          <p:nvPr/>
        </p:nvGrpSpPr>
        <p:grpSpPr>
          <a:xfrm>
            <a:off x="609600" y="1981200"/>
            <a:ext cx="1143000" cy="566737"/>
            <a:chOff x="1200" y="1248"/>
            <a:chExt cx="720" cy="357"/>
          </a:xfrm>
        </p:grpSpPr>
        <p:pic>
          <p:nvPicPr>
            <p:cNvPr id="607" name="Google Shape;607;p23"/>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608" name="Google Shape;608;p23"/>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03"/>
                                        </p:tgtEl>
                                        <p:attrNameLst>
                                          <p:attrName>style.visibility</p:attrName>
                                        </p:attrNameLst>
                                      </p:cBhvr>
                                      <p:to>
                                        <p:strVal val="visible"/>
                                      </p:to>
                                    </p:set>
                                    <p:animEffect transition="in" filter="fade">
                                      <p:cBhvr>
                                        <p:cTn id="7" dur="500"/>
                                        <p:tgtEl>
                                          <p:spTgt spid="60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04"/>
                                        </p:tgtEl>
                                        <p:attrNameLst>
                                          <p:attrName>style.visibility</p:attrName>
                                        </p:attrNameLst>
                                      </p:cBhvr>
                                      <p:to>
                                        <p:strVal val="visible"/>
                                      </p:to>
                                    </p:set>
                                    <p:animEffect transition="in" filter="fade">
                                      <p:cBhvr>
                                        <p:cTn id="11" dur="500"/>
                                        <p:tgtEl>
                                          <p:spTgt spid="60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05"/>
                                        </p:tgtEl>
                                        <p:attrNameLst>
                                          <p:attrName>style.visibility</p:attrName>
                                        </p:attrNameLst>
                                      </p:cBhvr>
                                      <p:to>
                                        <p:strVal val="visible"/>
                                      </p:to>
                                    </p:set>
                                    <p:animEffect transition="in" filter="fade">
                                      <p:cBhvr>
                                        <p:cTn id="15" dur="500"/>
                                        <p:tgtEl>
                                          <p:spTgt spid="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24"/>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615" name="Google Shape;615;p24"/>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24</a:t>
            </a:fld>
            <a:endParaRPr/>
          </a:p>
        </p:txBody>
      </p:sp>
      <p:pic>
        <p:nvPicPr>
          <p:cNvPr id="616" name="Google Shape;616;p24"/>
          <p:cNvPicPr preferRelativeResize="0"/>
          <p:nvPr/>
        </p:nvPicPr>
        <p:blipFill rotWithShape="1">
          <a:blip r:embed="rId3">
            <a:alphaModFix/>
          </a:blip>
          <a:srcRect/>
          <a:stretch/>
        </p:blipFill>
        <p:spPr>
          <a:xfrm>
            <a:off x="1273175" y="3422650"/>
            <a:ext cx="6289675" cy="1143000"/>
          </a:xfrm>
          <a:prstGeom prst="rect">
            <a:avLst/>
          </a:prstGeom>
          <a:noFill/>
          <a:ln>
            <a:noFill/>
          </a:ln>
        </p:spPr>
      </p:pic>
      <p:pic>
        <p:nvPicPr>
          <p:cNvPr id="617" name="Google Shape;617;p24"/>
          <p:cNvPicPr preferRelativeResize="0"/>
          <p:nvPr/>
        </p:nvPicPr>
        <p:blipFill rotWithShape="1">
          <a:blip r:embed="rId4">
            <a:alphaModFix/>
          </a:blip>
          <a:srcRect/>
          <a:stretch/>
        </p:blipFill>
        <p:spPr>
          <a:xfrm>
            <a:off x="2336800" y="2203450"/>
            <a:ext cx="5102225" cy="900112"/>
          </a:xfrm>
          <a:prstGeom prst="rect">
            <a:avLst/>
          </a:prstGeom>
          <a:noFill/>
          <a:ln>
            <a:noFill/>
          </a:ln>
        </p:spPr>
      </p:pic>
      <p:sp>
        <p:nvSpPr>
          <p:cNvPr id="618" name="Google Shape;618;p24"/>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15.8</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Encapsulation</a:t>
            </a:r>
            <a:endParaRPr/>
          </a:p>
        </p:txBody>
      </p:sp>
      <p:sp>
        <p:nvSpPr>
          <p:cNvPr id="619" name="Google Shape;619;p24"/>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20" name="Google Shape;620;p2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21" name="Google Shape;621;p24"/>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22" name="Google Shape;622;p2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23" name="Google Shape;623;p2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24" name="Google Shape;624;p24"/>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25" name="Google Shape;625;p2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626" name="Google Shape;626;p24"/>
          <p:cNvPicPr preferRelativeResize="0"/>
          <p:nvPr/>
        </p:nvPicPr>
        <p:blipFill rotWithShape="1">
          <a:blip r:embed="rId5">
            <a:alphaModFix/>
          </a:blip>
          <a:srcRect/>
          <a:stretch/>
        </p:blipFill>
        <p:spPr>
          <a:xfrm>
            <a:off x="3392487" y="1125537"/>
            <a:ext cx="3959225" cy="674687"/>
          </a:xfrm>
          <a:prstGeom prst="rect">
            <a:avLst/>
          </a:prstGeom>
          <a:noFill/>
          <a:ln>
            <a:noFill/>
          </a:ln>
        </p:spPr>
      </p:pic>
      <p:pic>
        <p:nvPicPr>
          <p:cNvPr id="627" name="Google Shape;627;p24"/>
          <p:cNvPicPr preferRelativeResize="0"/>
          <p:nvPr/>
        </p:nvPicPr>
        <p:blipFill rotWithShape="1">
          <a:blip r:embed="rId6">
            <a:alphaModFix/>
          </a:blip>
          <a:srcRect/>
          <a:stretch/>
        </p:blipFill>
        <p:spPr>
          <a:xfrm>
            <a:off x="2224087" y="4684712"/>
            <a:ext cx="5319712" cy="13684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25"/>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634" name="Google Shape;634;p25"/>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25</a:t>
            </a:fld>
            <a:endParaRPr/>
          </a:p>
        </p:txBody>
      </p:sp>
      <p:sp>
        <p:nvSpPr>
          <p:cNvPr id="635" name="Google Shape;635;p25"/>
          <p:cNvSpPr txBox="1"/>
          <p:nvPr/>
        </p:nvSpPr>
        <p:spPr>
          <a:xfrm>
            <a:off x="0" y="0"/>
            <a:ext cx="9144000" cy="1371600"/>
          </a:xfrm>
          <a:prstGeom prst="rect">
            <a:avLst/>
          </a:prstGeom>
          <a:solidFill>
            <a:srgbClr val="33CC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36" name="Google Shape;636;p25"/>
          <p:cNvSpPr txBox="1"/>
          <p:nvPr/>
        </p:nvSpPr>
        <p:spPr>
          <a:xfrm>
            <a:off x="228600" y="355600"/>
            <a:ext cx="5883275" cy="650875"/>
          </a:xfrm>
          <a:prstGeom prst="rect">
            <a:avLst/>
          </a:prstGeom>
          <a:solidFill>
            <a:schemeClr val="folHlink"/>
          </a:solidFill>
          <a:ln w="9525" cap="flat" cmpd="sng">
            <a:solidFill>
              <a:schemeClr val="folHlink"/>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600"/>
              <a:buFont typeface="Times"/>
              <a:buNone/>
            </a:pPr>
            <a:r>
              <a:rPr lang="en-US" sz="3600" b="1" i="0" u="none">
                <a:solidFill>
                  <a:schemeClr val="lt1"/>
                </a:solidFill>
                <a:latin typeface="Times"/>
                <a:ea typeface="Times"/>
                <a:cs typeface="Times"/>
                <a:sym typeface="Times"/>
              </a:rPr>
              <a:t>15-4  A TCP CONNECTION</a:t>
            </a:r>
            <a:endParaRPr/>
          </a:p>
        </p:txBody>
      </p:sp>
      <p:sp>
        <p:nvSpPr>
          <p:cNvPr id="637" name="Google Shape;637;p25"/>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38" name="Google Shape;638;p25"/>
          <p:cNvSpPr txBox="1"/>
          <p:nvPr/>
        </p:nvSpPr>
        <p:spPr>
          <a:xfrm>
            <a:off x="190500" y="1343025"/>
            <a:ext cx="8686800" cy="521652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800"/>
              <a:buFont typeface="Arimo"/>
              <a:buNone/>
            </a:pPr>
            <a:r>
              <a:rPr lang="en-US" sz="2800" b="1" i="0" u="none">
                <a:solidFill>
                  <a:schemeClr val="dk1"/>
                </a:solidFill>
                <a:latin typeface="Arimo"/>
                <a:ea typeface="Arimo"/>
                <a:cs typeface="Arimo"/>
                <a:sym typeface="Arimo"/>
              </a:rPr>
              <a:t>TCP is connection-oriented. It establishes a virtual path between the source and destination. All of the segments belonging to a message are then sent over this virtual path. You may wonder how TCP, which uses the services of IP, a connectionless protocol, can be connection-oriented. The point is that a TCP connection is virtual, not physical. TCP operates at a higher level. TCP uses the services of IP to deliver individual segments to the receiver, but it controls the connection itself. If a segment is lost or corrupted, it is retransmitted.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rgbClr val="FFFF99"/>
            </a:gs>
            <a:gs pos="100000">
              <a:srgbClr val="767647"/>
            </a:gs>
          </a:gsLst>
          <a:lin ang="0" scaled="0"/>
        </a:gradFill>
        <a:effectLst/>
      </p:bgPr>
    </p:bg>
    <p:spTree>
      <p:nvGrpSpPr>
        <p:cNvPr id="1" name="Shape 643"/>
        <p:cNvGrpSpPr/>
        <p:nvPr/>
      </p:nvGrpSpPr>
      <p:grpSpPr>
        <a:xfrm>
          <a:off x="0" y="0"/>
          <a:ext cx="0" cy="0"/>
          <a:chOff x="0" y="0"/>
          <a:chExt cx="0" cy="0"/>
        </a:xfrm>
      </p:grpSpPr>
      <p:sp>
        <p:nvSpPr>
          <p:cNvPr id="644" name="Google Shape;644;p26"/>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645" name="Google Shape;645;p26"/>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26</a:t>
            </a:fld>
            <a:endParaRPr/>
          </a:p>
        </p:txBody>
      </p:sp>
      <p:sp>
        <p:nvSpPr>
          <p:cNvPr id="646" name="Google Shape;646;p26"/>
          <p:cNvSpPr txBox="1"/>
          <p:nvPr/>
        </p:nvSpPr>
        <p:spPr>
          <a:xfrm>
            <a:off x="228600" y="152400"/>
            <a:ext cx="5468937"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3200"/>
              <a:buFont typeface="Times"/>
              <a:buNone/>
            </a:pPr>
            <a:r>
              <a:rPr lang="en-US" sz="3200" b="1" i="1" u="none">
                <a:solidFill>
                  <a:schemeClr val="hlink"/>
                </a:solidFill>
                <a:latin typeface="Times"/>
                <a:ea typeface="Times"/>
                <a:cs typeface="Times"/>
                <a:sym typeface="Times"/>
              </a:rPr>
              <a:t>Topics Discussed in the Section</a:t>
            </a:r>
            <a:endParaRPr/>
          </a:p>
        </p:txBody>
      </p:sp>
      <p:sp>
        <p:nvSpPr>
          <p:cNvPr id="647" name="Google Shape;647;p26"/>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48" name="Google Shape;648;p26"/>
          <p:cNvSpPr txBox="1"/>
          <p:nvPr/>
        </p:nvSpPr>
        <p:spPr>
          <a:xfrm>
            <a:off x="304800" y="989012"/>
            <a:ext cx="8382000" cy="2057400"/>
          </a:xfrm>
          <a:prstGeom prst="rect">
            <a:avLst/>
          </a:prstGeom>
          <a:noFill/>
          <a:ln>
            <a:noFill/>
          </a:ln>
        </p:spPr>
        <p:txBody>
          <a:bodyPr spcFirstLastPara="1" wrap="square" lIns="91425" tIns="45700" rIns="91425" bIns="45700" anchor="t" anchorCtr="0">
            <a:spAutoFit/>
          </a:bodyPr>
          <a:lstStyle/>
          <a:p>
            <a:pPr marL="0" marR="0" lvl="0" indent="-208025" algn="l" rtl="0">
              <a:lnSpc>
                <a:spcPct val="100000"/>
              </a:lnSpc>
              <a:spcBef>
                <a:spcPts val="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Connection Establishment </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Data Transfer</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Connection Termination</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Connection Reset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8"/>
                                        </p:tgtEl>
                                        <p:attrNameLst>
                                          <p:attrName>style.visibility</p:attrName>
                                        </p:attrNameLst>
                                      </p:cBhvr>
                                      <p:to>
                                        <p:strVal val="visible"/>
                                      </p:to>
                                    </p:set>
                                    <p:animEffect transition="in" filter="fade">
                                      <p:cBhvr>
                                        <p:cTn id="7" dur="5000"/>
                                        <p:tgtEl>
                                          <p:spTgt spid="6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4" name="Google Shape;654;p27"/>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655" name="Google Shape;655;p27"/>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27</a:t>
            </a:fld>
            <a:endParaRPr/>
          </a:p>
        </p:txBody>
      </p:sp>
      <p:sp>
        <p:nvSpPr>
          <p:cNvPr id="656" name="Google Shape;656;p27"/>
          <p:cNvSpPr txBox="1"/>
          <p:nvPr/>
        </p:nvSpPr>
        <p:spPr>
          <a:xfrm>
            <a:off x="990600" y="90487"/>
            <a:ext cx="77724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15.9</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Connection establishment using three-way handshake</a:t>
            </a:r>
            <a:endParaRPr/>
          </a:p>
        </p:txBody>
      </p:sp>
      <p:sp>
        <p:nvSpPr>
          <p:cNvPr id="657" name="Google Shape;657;p27"/>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58" name="Google Shape;658;p2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59" name="Google Shape;659;p27"/>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60" name="Google Shape;660;p2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61" name="Google Shape;661;p2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62" name="Google Shape;662;p27"/>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663" name="Google Shape;663;p27"/>
          <p:cNvPicPr preferRelativeResize="0"/>
          <p:nvPr/>
        </p:nvPicPr>
        <p:blipFill rotWithShape="1">
          <a:blip r:embed="rId3">
            <a:alphaModFix/>
          </a:blip>
          <a:srcRect/>
          <a:stretch/>
        </p:blipFill>
        <p:spPr>
          <a:xfrm>
            <a:off x="285750" y="1292225"/>
            <a:ext cx="8262937" cy="4591050"/>
          </a:xfrm>
          <a:prstGeom prst="rect">
            <a:avLst/>
          </a:prstGeom>
          <a:noFill/>
          <a:ln>
            <a:noFill/>
          </a:ln>
        </p:spPr>
      </p:pic>
      <p:sp>
        <p:nvSpPr>
          <p:cNvPr id="664" name="Google Shape;664;p2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665" name="Google Shape;665;p27"/>
          <p:cNvPicPr preferRelativeResize="0"/>
          <p:nvPr/>
        </p:nvPicPr>
        <p:blipFill rotWithShape="1">
          <a:blip r:embed="rId4">
            <a:alphaModFix/>
          </a:blip>
          <a:srcRect/>
          <a:stretch/>
        </p:blipFill>
        <p:spPr>
          <a:xfrm>
            <a:off x="1052512" y="4240212"/>
            <a:ext cx="960437" cy="474662"/>
          </a:xfrm>
          <a:prstGeom prst="rect">
            <a:avLst/>
          </a:prstGeom>
          <a:noFill/>
          <a:ln>
            <a:noFill/>
          </a:ln>
        </p:spPr>
      </p:pic>
      <p:pic>
        <p:nvPicPr>
          <p:cNvPr id="666" name="Google Shape;666;p27"/>
          <p:cNvPicPr preferRelativeResize="0"/>
          <p:nvPr/>
        </p:nvPicPr>
        <p:blipFill rotWithShape="1">
          <a:blip r:embed="rId5">
            <a:alphaModFix/>
          </a:blip>
          <a:srcRect/>
          <a:stretch/>
        </p:blipFill>
        <p:spPr>
          <a:xfrm>
            <a:off x="6985000" y="5108575"/>
            <a:ext cx="968375" cy="479425"/>
          </a:xfrm>
          <a:prstGeom prst="rect">
            <a:avLst/>
          </a:prstGeom>
          <a:noFill/>
          <a:ln>
            <a:noFill/>
          </a:ln>
        </p:spPr>
      </p:pic>
      <p:pic>
        <p:nvPicPr>
          <p:cNvPr id="667" name="Google Shape;667;p27"/>
          <p:cNvPicPr preferRelativeResize="0"/>
          <p:nvPr/>
        </p:nvPicPr>
        <p:blipFill rotWithShape="1">
          <a:blip r:embed="rId6">
            <a:alphaModFix/>
          </a:blip>
          <a:srcRect/>
          <a:stretch/>
        </p:blipFill>
        <p:spPr>
          <a:xfrm>
            <a:off x="7000875" y="2809875"/>
            <a:ext cx="941387" cy="490537"/>
          </a:xfrm>
          <a:prstGeom prst="rect">
            <a:avLst/>
          </a:prstGeom>
          <a:noFill/>
          <a:ln>
            <a:noFill/>
          </a:ln>
        </p:spPr>
      </p:pic>
      <p:pic>
        <p:nvPicPr>
          <p:cNvPr id="668" name="Google Shape;668;p27"/>
          <p:cNvPicPr preferRelativeResize="0"/>
          <p:nvPr/>
        </p:nvPicPr>
        <p:blipFill rotWithShape="1">
          <a:blip r:embed="rId7">
            <a:alphaModFix/>
          </a:blip>
          <a:srcRect/>
          <a:stretch/>
        </p:blipFill>
        <p:spPr>
          <a:xfrm>
            <a:off x="1057275" y="2906712"/>
            <a:ext cx="941387" cy="490537"/>
          </a:xfrm>
          <a:prstGeom prst="rect">
            <a:avLst/>
          </a:prstGeom>
          <a:noFill/>
          <a:ln>
            <a:noFill/>
          </a:ln>
        </p:spPr>
      </p:pic>
      <p:pic>
        <p:nvPicPr>
          <p:cNvPr id="669" name="Google Shape;669;p27"/>
          <p:cNvPicPr preferRelativeResize="0"/>
          <p:nvPr/>
        </p:nvPicPr>
        <p:blipFill rotWithShape="1">
          <a:blip r:embed="rId8">
            <a:alphaModFix/>
          </a:blip>
          <a:srcRect/>
          <a:stretch/>
        </p:blipFill>
        <p:spPr>
          <a:xfrm>
            <a:off x="2066925" y="2992437"/>
            <a:ext cx="4881562" cy="1081087"/>
          </a:xfrm>
          <a:prstGeom prst="rect">
            <a:avLst/>
          </a:prstGeom>
          <a:noFill/>
          <a:ln>
            <a:noFill/>
          </a:ln>
        </p:spPr>
      </p:pic>
      <p:pic>
        <p:nvPicPr>
          <p:cNvPr id="670" name="Google Shape;670;p27"/>
          <p:cNvPicPr preferRelativeResize="0"/>
          <p:nvPr/>
        </p:nvPicPr>
        <p:blipFill rotWithShape="1">
          <a:blip r:embed="rId9">
            <a:alphaModFix/>
          </a:blip>
          <a:srcRect/>
          <a:stretch/>
        </p:blipFill>
        <p:spPr>
          <a:xfrm>
            <a:off x="2016125" y="3848100"/>
            <a:ext cx="4918075" cy="1087437"/>
          </a:xfrm>
          <a:prstGeom prst="rect">
            <a:avLst/>
          </a:prstGeom>
          <a:noFill/>
          <a:ln>
            <a:noFill/>
          </a:ln>
        </p:spPr>
      </p:pic>
      <p:pic>
        <p:nvPicPr>
          <p:cNvPr id="671" name="Google Shape;671;p27"/>
          <p:cNvPicPr preferRelativeResize="0"/>
          <p:nvPr/>
        </p:nvPicPr>
        <p:blipFill rotWithShape="1">
          <a:blip r:embed="rId10">
            <a:alphaModFix/>
          </a:blip>
          <a:srcRect/>
          <a:stretch/>
        </p:blipFill>
        <p:spPr>
          <a:xfrm>
            <a:off x="2019300" y="4730750"/>
            <a:ext cx="4918075" cy="1066800"/>
          </a:xfrm>
          <a:prstGeom prst="rect">
            <a:avLst/>
          </a:prstGeom>
          <a:noFill/>
          <a:ln>
            <a:noFill/>
          </a:ln>
        </p:spPr>
      </p:pic>
      <p:sp>
        <p:nvSpPr>
          <p:cNvPr id="672" name="Google Shape;672;p27"/>
          <p:cNvSpPr/>
          <p:nvPr/>
        </p:nvSpPr>
        <p:spPr>
          <a:xfrm rot="180000">
            <a:off x="2981325" y="4719637"/>
            <a:ext cx="1219200" cy="381000"/>
          </a:xfrm>
          <a:prstGeom prst="ellipse">
            <a:avLst/>
          </a:prstGeom>
          <a:noFill/>
          <a:ln w="28575"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673" name="Google Shape;673;p27"/>
          <p:cNvCxnSpPr/>
          <p:nvPr/>
        </p:nvCxnSpPr>
        <p:spPr>
          <a:xfrm rot="10800000">
            <a:off x="4048125" y="4948237"/>
            <a:ext cx="381000" cy="914400"/>
          </a:xfrm>
          <a:prstGeom prst="straightConnector1">
            <a:avLst/>
          </a:prstGeom>
          <a:noFill/>
          <a:ln w="28575" cap="flat" cmpd="sng">
            <a:solidFill>
              <a:schemeClr val="folHlink"/>
            </a:solidFill>
            <a:prstDash val="solid"/>
            <a:miter lim="800000"/>
            <a:headEnd type="none" w="med" len="med"/>
            <a:tailEnd type="triangle" w="med" len="med"/>
          </a:ln>
        </p:spPr>
      </p:cxnSp>
      <p:sp>
        <p:nvSpPr>
          <p:cNvPr id="674" name="Google Shape;674;p27"/>
          <p:cNvSpPr txBox="1"/>
          <p:nvPr/>
        </p:nvSpPr>
        <p:spPr>
          <a:xfrm>
            <a:off x="3667125" y="5805487"/>
            <a:ext cx="21399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folHlink"/>
              </a:buClr>
              <a:buSzPts val="1800"/>
              <a:buFont typeface="Arial"/>
              <a:buNone/>
            </a:pPr>
            <a:r>
              <a:rPr lang="en-US" sz="1800" b="1" i="1" u="none">
                <a:solidFill>
                  <a:schemeClr val="folHlink"/>
                </a:solidFill>
                <a:latin typeface="Arial"/>
                <a:ea typeface="Arial"/>
                <a:cs typeface="Arial"/>
                <a:sym typeface="Arial"/>
              </a:rPr>
              <a:t>Means “no data” !</a:t>
            </a:r>
            <a:endParaRPr/>
          </a:p>
        </p:txBody>
      </p:sp>
      <p:sp>
        <p:nvSpPr>
          <p:cNvPr id="675" name="Google Shape;675;p27"/>
          <p:cNvSpPr txBox="1"/>
          <p:nvPr/>
        </p:nvSpPr>
        <p:spPr>
          <a:xfrm>
            <a:off x="3651250" y="6105525"/>
            <a:ext cx="31369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1800"/>
              <a:buFont typeface="Tahoma"/>
              <a:buNone/>
            </a:pPr>
            <a:r>
              <a:rPr lang="en-US" sz="1800" b="1" i="0" u="none">
                <a:solidFill>
                  <a:schemeClr val="hlink"/>
                </a:solidFill>
                <a:latin typeface="Tahoma"/>
                <a:ea typeface="Tahoma"/>
                <a:cs typeface="Tahoma"/>
                <a:sym typeface="Tahoma"/>
              </a:rPr>
              <a:t>seq: 8001 if piggybacking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67"/>
                                        </p:tgtEl>
                                        <p:attrNameLst>
                                          <p:attrName>style.visibility</p:attrName>
                                        </p:attrNameLst>
                                      </p:cBhvr>
                                      <p:to>
                                        <p:strVal val="visible"/>
                                      </p:to>
                                    </p:set>
                                    <p:animEffect transition="in" filter="fade">
                                      <p:cBhvr>
                                        <p:cTn id="11" dur="2000"/>
                                        <p:tgtEl>
                                          <p:spTgt spid="66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68"/>
                                        </p:tgtEl>
                                        <p:attrNameLst>
                                          <p:attrName>style.visibility</p:attrName>
                                        </p:attrNameLst>
                                      </p:cBhvr>
                                      <p:to>
                                        <p:strVal val="visible"/>
                                      </p:to>
                                    </p:set>
                                    <p:animEffect transition="in" filter="fade">
                                      <p:cBhvr>
                                        <p:cTn id="16" dur="2000"/>
                                        <p:tgtEl>
                                          <p:spTgt spid="66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69"/>
                                        </p:tgtEl>
                                        <p:attrNameLst>
                                          <p:attrName>style.visibility</p:attrName>
                                        </p:attrNameLst>
                                      </p:cBhvr>
                                      <p:to>
                                        <p:strVal val="visible"/>
                                      </p:to>
                                    </p:set>
                                    <p:animEffect transition="in" filter="fade">
                                      <p:cBhvr>
                                        <p:cTn id="21" dur="2000"/>
                                        <p:tgtEl>
                                          <p:spTgt spid="66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70"/>
                                        </p:tgtEl>
                                        <p:attrNameLst>
                                          <p:attrName>style.visibility</p:attrName>
                                        </p:attrNameLst>
                                      </p:cBhvr>
                                      <p:to>
                                        <p:strVal val="visible"/>
                                      </p:to>
                                    </p:set>
                                    <p:animEffect transition="in" filter="fade">
                                      <p:cBhvr>
                                        <p:cTn id="26" dur="2000"/>
                                        <p:tgtEl>
                                          <p:spTgt spid="67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65"/>
                                        </p:tgtEl>
                                        <p:attrNameLst>
                                          <p:attrName>style.visibility</p:attrName>
                                        </p:attrNameLst>
                                      </p:cBhvr>
                                      <p:to>
                                        <p:strVal val="visible"/>
                                      </p:to>
                                    </p:set>
                                    <p:animEffect transition="in" filter="fade">
                                      <p:cBhvr>
                                        <p:cTn id="31" dur="2000"/>
                                        <p:tgtEl>
                                          <p:spTgt spid="66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671"/>
                                        </p:tgtEl>
                                        <p:attrNameLst>
                                          <p:attrName>style.visibility</p:attrName>
                                        </p:attrNameLst>
                                      </p:cBhvr>
                                      <p:to>
                                        <p:strVal val="visible"/>
                                      </p:to>
                                    </p:set>
                                    <p:animEffect transition="in" filter="fade">
                                      <p:cBhvr>
                                        <p:cTn id="36" dur="2000"/>
                                        <p:tgtEl>
                                          <p:spTgt spid="67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666"/>
                                        </p:tgtEl>
                                        <p:attrNameLst>
                                          <p:attrName>style.visibility</p:attrName>
                                        </p:attrNameLst>
                                      </p:cBhvr>
                                      <p:to>
                                        <p:strVal val="visible"/>
                                      </p:to>
                                    </p:set>
                                    <p:animEffect transition="in" filter="fade">
                                      <p:cBhvr>
                                        <p:cTn id="41" dur="2000"/>
                                        <p:tgtEl>
                                          <p:spTgt spid="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28"/>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682" name="Google Shape;682;p28"/>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28</a:t>
            </a:fld>
            <a:endParaRPr/>
          </a:p>
        </p:txBody>
      </p:sp>
      <p:sp>
        <p:nvSpPr>
          <p:cNvPr id="683" name="Google Shape;683;p28"/>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84" name="Google Shape;684;p2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85" name="Google Shape;685;p28"/>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86" name="Google Shape;686;p2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87" name="Google Shape;687;p2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88" name="Google Shape;688;p28"/>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689" name="Google Shape;689;p2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690" name="Google Shape;690;p28"/>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691" name="Google Shape;691;p28"/>
          <p:cNvCxnSpPr/>
          <p:nvPr/>
        </p:nvCxnSpPr>
        <p:spPr>
          <a:xfrm>
            <a:off x="609600" y="38862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692" name="Google Shape;692;p28"/>
          <p:cNvSpPr txBox="1"/>
          <p:nvPr/>
        </p:nvSpPr>
        <p:spPr>
          <a:xfrm>
            <a:off x="647700" y="2716212"/>
            <a:ext cx="8077200" cy="1066800"/>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A SYN segment cannot carry data, but it consumes one sequence number.</a:t>
            </a:r>
            <a:endParaRPr/>
          </a:p>
        </p:txBody>
      </p:sp>
      <p:grpSp>
        <p:nvGrpSpPr>
          <p:cNvPr id="693" name="Google Shape;693;p28"/>
          <p:cNvGrpSpPr/>
          <p:nvPr/>
        </p:nvGrpSpPr>
        <p:grpSpPr>
          <a:xfrm>
            <a:off x="609600" y="1981200"/>
            <a:ext cx="1143000" cy="566737"/>
            <a:chOff x="1200" y="1248"/>
            <a:chExt cx="720" cy="357"/>
          </a:xfrm>
        </p:grpSpPr>
        <p:pic>
          <p:nvPicPr>
            <p:cNvPr id="694" name="Google Shape;694;p28"/>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695" name="Google Shape;695;p28"/>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90"/>
                                        </p:tgtEl>
                                        <p:attrNameLst>
                                          <p:attrName>style.visibility</p:attrName>
                                        </p:attrNameLst>
                                      </p:cBhvr>
                                      <p:to>
                                        <p:strVal val="visible"/>
                                      </p:to>
                                    </p:set>
                                    <p:animEffect transition="in" filter="fade">
                                      <p:cBhvr>
                                        <p:cTn id="7" dur="500"/>
                                        <p:tgtEl>
                                          <p:spTgt spid="69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91"/>
                                        </p:tgtEl>
                                        <p:attrNameLst>
                                          <p:attrName>style.visibility</p:attrName>
                                        </p:attrNameLst>
                                      </p:cBhvr>
                                      <p:to>
                                        <p:strVal val="visible"/>
                                      </p:to>
                                    </p:set>
                                    <p:animEffect transition="in" filter="fade">
                                      <p:cBhvr>
                                        <p:cTn id="11" dur="500"/>
                                        <p:tgtEl>
                                          <p:spTgt spid="69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92"/>
                                        </p:tgtEl>
                                        <p:attrNameLst>
                                          <p:attrName>style.visibility</p:attrName>
                                        </p:attrNameLst>
                                      </p:cBhvr>
                                      <p:to>
                                        <p:strVal val="visible"/>
                                      </p:to>
                                    </p:set>
                                    <p:animEffect transition="in" filter="fade">
                                      <p:cBhvr>
                                        <p:cTn id="15" dur="500"/>
                                        <p:tgtEl>
                                          <p:spTgt spid="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29"/>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702" name="Google Shape;702;p29"/>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29</a:t>
            </a:fld>
            <a:endParaRPr/>
          </a:p>
        </p:txBody>
      </p:sp>
      <p:sp>
        <p:nvSpPr>
          <p:cNvPr id="703" name="Google Shape;703;p29"/>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04" name="Google Shape;704;p2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05" name="Google Shape;705;p29"/>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06" name="Google Shape;706;p2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07" name="Google Shape;707;p2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08" name="Google Shape;708;p29"/>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09" name="Google Shape;709;p2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710" name="Google Shape;710;p29"/>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711" name="Google Shape;711;p29"/>
          <p:cNvCxnSpPr/>
          <p:nvPr/>
        </p:nvCxnSpPr>
        <p:spPr>
          <a:xfrm>
            <a:off x="609600" y="43434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712" name="Google Shape;712;p29"/>
          <p:cNvSpPr txBox="1"/>
          <p:nvPr/>
        </p:nvSpPr>
        <p:spPr>
          <a:xfrm>
            <a:off x="647700" y="2716212"/>
            <a:ext cx="8077200" cy="1554162"/>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A SYN + ACK segment cannot carry data, but does consume one </a:t>
            </a:r>
            <a:br>
              <a:rPr lang="en-US" sz="3200" b="1" i="1" u="none">
                <a:solidFill>
                  <a:schemeClr val="lt1"/>
                </a:solidFill>
                <a:latin typeface="Arial"/>
                <a:ea typeface="Arial"/>
                <a:cs typeface="Arial"/>
                <a:sym typeface="Arial"/>
              </a:rPr>
            </a:br>
            <a:r>
              <a:rPr lang="en-US" sz="3200" b="1" i="1" u="none">
                <a:solidFill>
                  <a:schemeClr val="lt1"/>
                </a:solidFill>
                <a:latin typeface="Arial"/>
                <a:ea typeface="Arial"/>
                <a:cs typeface="Arial"/>
                <a:sym typeface="Arial"/>
              </a:rPr>
              <a:t>sequence number.</a:t>
            </a:r>
            <a:endParaRPr/>
          </a:p>
        </p:txBody>
      </p:sp>
      <p:grpSp>
        <p:nvGrpSpPr>
          <p:cNvPr id="713" name="Google Shape;713;p29"/>
          <p:cNvGrpSpPr/>
          <p:nvPr/>
        </p:nvGrpSpPr>
        <p:grpSpPr>
          <a:xfrm>
            <a:off x="609600" y="1981200"/>
            <a:ext cx="1143000" cy="566737"/>
            <a:chOff x="1200" y="1248"/>
            <a:chExt cx="720" cy="357"/>
          </a:xfrm>
        </p:grpSpPr>
        <p:pic>
          <p:nvPicPr>
            <p:cNvPr id="714" name="Google Shape;714;p29"/>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715" name="Google Shape;715;p29"/>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10"/>
                                        </p:tgtEl>
                                        <p:attrNameLst>
                                          <p:attrName>style.visibility</p:attrName>
                                        </p:attrNameLst>
                                      </p:cBhvr>
                                      <p:to>
                                        <p:strVal val="visible"/>
                                      </p:to>
                                    </p:set>
                                    <p:animEffect transition="in" filter="fade">
                                      <p:cBhvr>
                                        <p:cTn id="7" dur="500"/>
                                        <p:tgtEl>
                                          <p:spTgt spid="71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11"/>
                                        </p:tgtEl>
                                        <p:attrNameLst>
                                          <p:attrName>style.visibility</p:attrName>
                                        </p:attrNameLst>
                                      </p:cBhvr>
                                      <p:to>
                                        <p:strVal val="visible"/>
                                      </p:to>
                                    </p:set>
                                    <p:animEffect transition="in" filter="fade">
                                      <p:cBhvr>
                                        <p:cTn id="11" dur="500"/>
                                        <p:tgtEl>
                                          <p:spTgt spid="71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12"/>
                                        </p:tgtEl>
                                        <p:attrNameLst>
                                          <p:attrName>style.visibility</p:attrName>
                                        </p:attrNameLst>
                                      </p:cBhvr>
                                      <p:to>
                                        <p:strVal val="visible"/>
                                      </p:to>
                                    </p:set>
                                    <p:animEffect transition="in" filter="fade">
                                      <p:cBhvr>
                                        <p:cTn id="15" dur="500"/>
                                        <p:tgtEl>
                                          <p:spTgt spid="7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30"/>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722" name="Google Shape;722;p30"/>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30</a:t>
            </a:fld>
            <a:endParaRPr/>
          </a:p>
        </p:txBody>
      </p:sp>
      <p:sp>
        <p:nvSpPr>
          <p:cNvPr id="723" name="Google Shape;723;p30"/>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24" name="Google Shape;724;p3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25" name="Google Shape;725;p30"/>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26" name="Google Shape;726;p3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27" name="Google Shape;727;p3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28" name="Google Shape;728;p30"/>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29" name="Google Shape;729;p3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730" name="Google Shape;730;p30"/>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731" name="Google Shape;731;p30"/>
          <p:cNvCxnSpPr/>
          <p:nvPr/>
        </p:nvCxnSpPr>
        <p:spPr>
          <a:xfrm>
            <a:off x="609600" y="38862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732" name="Google Shape;732;p30"/>
          <p:cNvSpPr txBox="1"/>
          <p:nvPr/>
        </p:nvSpPr>
        <p:spPr>
          <a:xfrm>
            <a:off x="647700" y="2716212"/>
            <a:ext cx="8077200" cy="1066800"/>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An ACK segment, if carrying no data, consumes no sequence number.</a:t>
            </a:r>
            <a:endParaRPr/>
          </a:p>
        </p:txBody>
      </p:sp>
      <p:grpSp>
        <p:nvGrpSpPr>
          <p:cNvPr id="733" name="Google Shape;733;p30"/>
          <p:cNvGrpSpPr/>
          <p:nvPr/>
        </p:nvGrpSpPr>
        <p:grpSpPr>
          <a:xfrm>
            <a:off x="609600" y="1981200"/>
            <a:ext cx="1143000" cy="566737"/>
            <a:chOff x="1200" y="1248"/>
            <a:chExt cx="720" cy="357"/>
          </a:xfrm>
        </p:grpSpPr>
        <p:pic>
          <p:nvPicPr>
            <p:cNvPr id="734" name="Google Shape;734;p30"/>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735" name="Google Shape;735;p30"/>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30"/>
                                        </p:tgtEl>
                                        <p:attrNameLst>
                                          <p:attrName>style.visibility</p:attrName>
                                        </p:attrNameLst>
                                      </p:cBhvr>
                                      <p:to>
                                        <p:strVal val="visible"/>
                                      </p:to>
                                    </p:set>
                                    <p:animEffect transition="in" filter="fade">
                                      <p:cBhvr>
                                        <p:cTn id="7" dur="500"/>
                                        <p:tgtEl>
                                          <p:spTgt spid="73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31"/>
                                        </p:tgtEl>
                                        <p:attrNameLst>
                                          <p:attrName>style.visibility</p:attrName>
                                        </p:attrNameLst>
                                      </p:cBhvr>
                                      <p:to>
                                        <p:strVal val="visible"/>
                                      </p:to>
                                    </p:set>
                                    <p:animEffect transition="in" filter="fade">
                                      <p:cBhvr>
                                        <p:cTn id="11" dur="500"/>
                                        <p:tgtEl>
                                          <p:spTgt spid="73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32"/>
                                        </p:tgtEl>
                                        <p:attrNameLst>
                                          <p:attrName>style.visibility</p:attrName>
                                        </p:attrNameLst>
                                      </p:cBhvr>
                                      <p:to>
                                        <p:strVal val="visible"/>
                                      </p:to>
                                    </p:set>
                                    <p:animEffect transition="in" filter="fade">
                                      <p:cBhvr>
                                        <p:cTn id="15" dur="500"/>
                                        <p:tgtEl>
                                          <p:spTgt spid="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31"/>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742" name="Google Shape;742;p31"/>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31</a:t>
            </a:fld>
            <a:endParaRPr/>
          </a:p>
        </p:txBody>
      </p:sp>
      <p:sp>
        <p:nvSpPr>
          <p:cNvPr id="743" name="Google Shape;743;p31"/>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15.10</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Data Transfer</a:t>
            </a:r>
            <a:endParaRPr/>
          </a:p>
        </p:txBody>
      </p:sp>
      <p:sp>
        <p:nvSpPr>
          <p:cNvPr id="744" name="Google Shape;744;p31"/>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45" name="Google Shape;745;p3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46" name="Google Shape;746;p31"/>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47" name="Google Shape;747;p3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48" name="Google Shape;748;p3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49" name="Google Shape;749;p31"/>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50" name="Google Shape;750;p3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751" name="Google Shape;751;p31"/>
          <p:cNvPicPr preferRelativeResize="0"/>
          <p:nvPr/>
        </p:nvPicPr>
        <p:blipFill rotWithShape="1">
          <a:blip r:embed="rId3">
            <a:alphaModFix/>
          </a:blip>
          <a:srcRect/>
          <a:stretch/>
        </p:blipFill>
        <p:spPr>
          <a:xfrm>
            <a:off x="1770062" y="850900"/>
            <a:ext cx="5465762" cy="5380037"/>
          </a:xfrm>
          <a:prstGeom prst="rect">
            <a:avLst/>
          </a:prstGeom>
          <a:noFill/>
          <a:ln>
            <a:noFill/>
          </a:ln>
        </p:spPr>
      </p:pic>
      <p:pic>
        <p:nvPicPr>
          <p:cNvPr id="752" name="Google Shape;752;p31"/>
          <p:cNvPicPr preferRelativeResize="0"/>
          <p:nvPr/>
        </p:nvPicPr>
        <p:blipFill rotWithShape="1">
          <a:blip r:embed="rId4">
            <a:alphaModFix/>
          </a:blip>
          <a:srcRect/>
          <a:stretch/>
        </p:blipFill>
        <p:spPr>
          <a:xfrm>
            <a:off x="2205037" y="2309812"/>
            <a:ext cx="4652962" cy="3271837"/>
          </a:xfrm>
          <a:prstGeom prst="rect">
            <a:avLst/>
          </a:prstGeom>
          <a:noFill/>
          <a:ln>
            <a:noFill/>
          </a:ln>
        </p:spPr>
      </p:pic>
      <p:pic>
        <p:nvPicPr>
          <p:cNvPr id="753" name="Google Shape;753;p31"/>
          <p:cNvPicPr preferRelativeResize="0"/>
          <p:nvPr/>
        </p:nvPicPr>
        <p:blipFill rotWithShape="1">
          <a:blip r:embed="rId5">
            <a:alphaModFix/>
          </a:blip>
          <a:srcRect/>
          <a:stretch/>
        </p:blipFill>
        <p:spPr>
          <a:xfrm>
            <a:off x="2932112" y="5680075"/>
            <a:ext cx="3235325" cy="328612"/>
          </a:xfrm>
          <a:prstGeom prst="rect">
            <a:avLst/>
          </a:prstGeom>
          <a:noFill/>
          <a:ln>
            <a:noFill/>
          </a:ln>
        </p:spPr>
      </p:pic>
      <p:pic>
        <p:nvPicPr>
          <p:cNvPr id="754" name="Google Shape;754;p31"/>
          <p:cNvPicPr preferRelativeResize="0"/>
          <p:nvPr/>
        </p:nvPicPr>
        <p:blipFill rotWithShape="1">
          <a:blip r:embed="rId6">
            <a:alphaModFix/>
          </a:blip>
          <a:srcRect/>
          <a:stretch/>
        </p:blipFill>
        <p:spPr>
          <a:xfrm>
            <a:off x="2930525" y="1935162"/>
            <a:ext cx="3217862" cy="312737"/>
          </a:xfrm>
          <a:prstGeom prst="rect">
            <a:avLst/>
          </a:prstGeom>
          <a:noFill/>
          <a:ln>
            <a:noFill/>
          </a:ln>
        </p:spPr>
      </p:pic>
      <p:sp>
        <p:nvSpPr>
          <p:cNvPr id="755" name="Google Shape;755;p31"/>
          <p:cNvSpPr txBox="1"/>
          <p:nvPr/>
        </p:nvSpPr>
        <p:spPr>
          <a:xfrm>
            <a:off x="195262" y="4402137"/>
            <a:ext cx="1698625" cy="723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ahoma"/>
              <a:buNone/>
            </a:pPr>
            <a:r>
              <a:rPr lang="en-US" sz="1800" b="1" i="0" u="none">
                <a:solidFill>
                  <a:srgbClr val="0000FF"/>
                </a:solidFill>
                <a:latin typeface="Tahoma"/>
                <a:ea typeface="Tahoma"/>
                <a:cs typeface="Tahoma"/>
                <a:sym typeface="Tahoma"/>
              </a:rPr>
              <a:t>Pushing data</a:t>
            </a:r>
            <a:endParaRPr/>
          </a:p>
          <a:p>
            <a:pPr marL="0" marR="0" lvl="0" indent="0" algn="l" rtl="0">
              <a:lnSpc>
                <a:spcPct val="100000"/>
              </a:lnSpc>
              <a:spcBef>
                <a:spcPts val="600"/>
              </a:spcBef>
              <a:spcAft>
                <a:spcPts val="0"/>
              </a:spcAft>
              <a:buClr>
                <a:srgbClr val="0000FF"/>
              </a:buClr>
              <a:buSzPts val="1800"/>
              <a:buFont typeface="Tahoma"/>
              <a:buNone/>
            </a:pPr>
            <a:r>
              <a:rPr lang="en-US" sz="1800" b="1" i="0" u="none">
                <a:solidFill>
                  <a:srgbClr val="0000FF"/>
                </a:solidFill>
                <a:latin typeface="Tahoma"/>
                <a:ea typeface="Tahoma"/>
                <a:cs typeface="Tahoma"/>
                <a:sym typeface="Tahoma"/>
              </a:rPr>
              <a:t>Urgent data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3" presetClass="entr" presetSubtype="16" fill="hold" nodeType="clickEffect">
                                  <p:stCondLst>
                                    <p:cond delay="0"/>
                                  </p:stCondLst>
                                  <p:childTnLst>
                                    <p:set>
                                      <p:cBhvr>
                                        <p:cTn id="10" dur="1" fill="hold">
                                          <p:stCondLst>
                                            <p:cond delay="0"/>
                                          </p:stCondLst>
                                        </p:cTn>
                                        <p:tgtEl>
                                          <p:spTgt spid="754"/>
                                        </p:tgtEl>
                                        <p:attrNameLst>
                                          <p:attrName>style.visibility</p:attrName>
                                        </p:attrNameLst>
                                      </p:cBhvr>
                                      <p:to>
                                        <p:strVal val="visible"/>
                                      </p:to>
                                    </p:set>
                                    <p:anim calcmode="lin" valueType="num">
                                      <p:cBhvr additive="base">
                                        <p:cTn id="11" dur="500"/>
                                        <p:tgtEl>
                                          <p:spTgt spid="754"/>
                                        </p:tgtEl>
                                        <p:attrNameLst>
                                          <p:attrName>ppt_w</p:attrName>
                                        </p:attrNameLst>
                                      </p:cBhvr>
                                      <p:tavLst>
                                        <p:tav tm="0">
                                          <p:val>
                                            <p:strVal val="0"/>
                                          </p:val>
                                        </p:tav>
                                        <p:tav tm="100000">
                                          <p:val>
                                            <p:strVal val="#ppt_w"/>
                                          </p:val>
                                        </p:tav>
                                      </p:tavLst>
                                    </p:anim>
                                    <p:anim calcmode="lin" valueType="num">
                                      <p:cBhvr additive="base">
                                        <p:cTn id="12" dur="500"/>
                                        <p:tgtEl>
                                          <p:spTgt spid="754"/>
                                        </p:tgtEl>
                                        <p:attrNameLst>
                                          <p:attrName>ppt_h</p:attrName>
                                        </p:attrNameLst>
                                      </p:cBhvr>
                                      <p:tavLst>
                                        <p:tav tm="0">
                                          <p:val>
                                            <p:str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52"/>
                                        </p:tgtEl>
                                        <p:attrNameLst>
                                          <p:attrName>style.visibility</p:attrName>
                                        </p:attrNameLst>
                                      </p:cBhvr>
                                      <p:to>
                                        <p:strVal val="visible"/>
                                      </p:to>
                                    </p:set>
                                    <p:animEffect transition="in" filter="fade">
                                      <p:cBhvr>
                                        <p:cTn id="17" dur="2000"/>
                                        <p:tgtEl>
                                          <p:spTgt spid="752"/>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753"/>
                                        </p:tgtEl>
                                        <p:attrNameLst>
                                          <p:attrName>style.visibility</p:attrName>
                                        </p:attrNameLst>
                                      </p:cBhvr>
                                      <p:to>
                                        <p:strVal val="visible"/>
                                      </p:to>
                                    </p:set>
                                    <p:anim calcmode="lin" valueType="num">
                                      <p:cBhvr additive="base">
                                        <p:cTn id="22" dur="500"/>
                                        <p:tgtEl>
                                          <p:spTgt spid="753"/>
                                        </p:tgtEl>
                                        <p:attrNameLst>
                                          <p:attrName>ppt_w</p:attrName>
                                        </p:attrNameLst>
                                      </p:cBhvr>
                                      <p:tavLst>
                                        <p:tav tm="0">
                                          <p:val>
                                            <p:strVal val="0"/>
                                          </p:val>
                                        </p:tav>
                                        <p:tav tm="100000">
                                          <p:val>
                                            <p:strVal val="#ppt_w"/>
                                          </p:val>
                                        </p:tav>
                                      </p:tavLst>
                                    </p:anim>
                                    <p:anim calcmode="lin" valueType="num">
                                      <p:cBhvr additive="base">
                                        <p:cTn id="23" dur="500"/>
                                        <p:tgtEl>
                                          <p:spTgt spid="75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32"/>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762" name="Google Shape;762;p32"/>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32</a:t>
            </a:fld>
            <a:endParaRPr/>
          </a:p>
        </p:txBody>
      </p:sp>
      <p:sp>
        <p:nvSpPr>
          <p:cNvPr id="763" name="Google Shape;763;p32"/>
          <p:cNvSpPr txBox="1"/>
          <p:nvPr/>
        </p:nvSpPr>
        <p:spPr>
          <a:xfrm>
            <a:off x="990600" y="90487"/>
            <a:ext cx="77724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15.11</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Connection termination using three-way handshake</a:t>
            </a:r>
            <a:endParaRPr/>
          </a:p>
        </p:txBody>
      </p:sp>
      <p:sp>
        <p:nvSpPr>
          <p:cNvPr id="764" name="Google Shape;764;p32"/>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65" name="Google Shape;765;p3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66" name="Google Shape;766;p32"/>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67" name="Google Shape;767;p3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68" name="Google Shape;768;p3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69" name="Google Shape;769;p32"/>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70" name="Google Shape;770;p3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771" name="Google Shape;771;p32"/>
          <p:cNvPicPr preferRelativeResize="0"/>
          <p:nvPr/>
        </p:nvPicPr>
        <p:blipFill rotWithShape="1">
          <a:blip r:embed="rId3">
            <a:alphaModFix/>
          </a:blip>
          <a:srcRect/>
          <a:stretch/>
        </p:blipFill>
        <p:spPr>
          <a:xfrm>
            <a:off x="914400" y="1295400"/>
            <a:ext cx="7550150" cy="424338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33"/>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778" name="Google Shape;778;p33"/>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33</a:t>
            </a:fld>
            <a:endParaRPr/>
          </a:p>
        </p:txBody>
      </p:sp>
      <p:sp>
        <p:nvSpPr>
          <p:cNvPr id="779" name="Google Shape;779;p33"/>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80" name="Google Shape;780;p3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81" name="Google Shape;781;p33"/>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82" name="Google Shape;782;p3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83" name="Google Shape;783;p3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84" name="Google Shape;784;p33"/>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785" name="Google Shape;785;p3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786" name="Google Shape;786;p33"/>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787" name="Google Shape;787;p33"/>
          <p:cNvCxnSpPr/>
          <p:nvPr/>
        </p:nvCxnSpPr>
        <p:spPr>
          <a:xfrm>
            <a:off x="609600" y="43434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788" name="Google Shape;788;p33"/>
          <p:cNvSpPr txBox="1"/>
          <p:nvPr/>
        </p:nvSpPr>
        <p:spPr>
          <a:xfrm>
            <a:off x="647700" y="2716212"/>
            <a:ext cx="8077200" cy="1554162"/>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The FIN segment consumes one sequence number if it does </a:t>
            </a:r>
            <a:br>
              <a:rPr lang="en-US" sz="3200" b="1" i="1" u="none">
                <a:solidFill>
                  <a:schemeClr val="lt1"/>
                </a:solidFill>
                <a:latin typeface="Arial"/>
                <a:ea typeface="Arial"/>
                <a:cs typeface="Arial"/>
                <a:sym typeface="Arial"/>
              </a:rPr>
            </a:br>
            <a:r>
              <a:rPr lang="en-US" sz="3200" b="1" i="1" u="none">
                <a:solidFill>
                  <a:schemeClr val="lt1"/>
                </a:solidFill>
                <a:latin typeface="Arial"/>
                <a:ea typeface="Arial"/>
                <a:cs typeface="Arial"/>
                <a:sym typeface="Arial"/>
              </a:rPr>
              <a:t>not carry data.</a:t>
            </a:r>
            <a:endParaRPr/>
          </a:p>
        </p:txBody>
      </p:sp>
      <p:grpSp>
        <p:nvGrpSpPr>
          <p:cNvPr id="789" name="Google Shape;789;p33"/>
          <p:cNvGrpSpPr/>
          <p:nvPr/>
        </p:nvGrpSpPr>
        <p:grpSpPr>
          <a:xfrm>
            <a:off x="609600" y="1981200"/>
            <a:ext cx="1143000" cy="566737"/>
            <a:chOff x="1200" y="1248"/>
            <a:chExt cx="720" cy="357"/>
          </a:xfrm>
        </p:grpSpPr>
        <p:pic>
          <p:nvPicPr>
            <p:cNvPr id="790" name="Google Shape;790;p33"/>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791" name="Google Shape;791;p33"/>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86"/>
                                        </p:tgtEl>
                                        <p:attrNameLst>
                                          <p:attrName>style.visibility</p:attrName>
                                        </p:attrNameLst>
                                      </p:cBhvr>
                                      <p:to>
                                        <p:strVal val="visible"/>
                                      </p:to>
                                    </p:set>
                                    <p:animEffect transition="in" filter="fade">
                                      <p:cBhvr>
                                        <p:cTn id="7" dur="500"/>
                                        <p:tgtEl>
                                          <p:spTgt spid="78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87"/>
                                        </p:tgtEl>
                                        <p:attrNameLst>
                                          <p:attrName>style.visibility</p:attrName>
                                        </p:attrNameLst>
                                      </p:cBhvr>
                                      <p:to>
                                        <p:strVal val="visible"/>
                                      </p:to>
                                    </p:set>
                                    <p:animEffect transition="in" filter="fade">
                                      <p:cBhvr>
                                        <p:cTn id="11" dur="500"/>
                                        <p:tgtEl>
                                          <p:spTgt spid="78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88"/>
                                        </p:tgtEl>
                                        <p:attrNameLst>
                                          <p:attrName>style.visibility</p:attrName>
                                        </p:attrNameLst>
                                      </p:cBhvr>
                                      <p:to>
                                        <p:strVal val="visible"/>
                                      </p:to>
                                    </p:set>
                                    <p:animEffect transition="in" filter="fade">
                                      <p:cBhvr>
                                        <p:cTn id="15" dur="500"/>
                                        <p:tgtEl>
                                          <p:spTgt spid="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34"/>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798" name="Google Shape;798;p34"/>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34</a:t>
            </a:fld>
            <a:endParaRPr/>
          </a:p>
        </p:txBody>
      </p:sp>
      <p:sp>
        <p:nvSpPr>
          <p:cNvPr id="799" name="Google Shape;799;p34"/>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00" name="Google Shape;800;p3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01" name="Google Shape;801;p34"/>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02" name="Google Shape;802;p3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03" name="Google Shape;803;p3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04" name="Google Shape;804;p34"/>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05" name="Google Shape;805;p3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806" name="Google Shape;806;p34"/>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807" name="Google Shape;807;p34"/>
          <p:cNvCxnSpPr/>
          <p:nvPr/>
        </p:nvCxnSpPr>
        <p:spPr>
          <a:xfrm>
            <a:off x="609600" y="43434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808" name="Google Shape;808;p34"/>
          <p:cNvSpPr txBox="1"/>
          <p:nvPr/>
        </p:nvSpPr>
        <p:spPr>
          <a:xfrm>
            <a:off x="647700" y="2716212"/>
            <a:ext cx="8077200" cy="1554162"/>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The FIN + ACK segment consumes one sequence number if it does </a:t>
            </a:r>
            <a:br>
              <a:rPr lang="en-US" sz="3200" b="1" i="1" u="none">
                <a:solidFill>
                  <a:schemeClr val="lt1"/>
                </a:solidFill>
                <a:latin typeface="Arial"/>
                <a:ea typeface="Arial"/>
                <a:cs typeface="Arial"/>
                <a:sym typeface="Arial"/>
              </a:rPr>
            </a:br>
            <a:r>
              <a:rPr lang="en-US" sz="3200" b="1" i="1" u="none">
                <a:solidFill>
                  <a:schemeClr val="lt1"/>
                </a:solidFill>
                <a:latin typeface="Arial"/>
                <a:ea typeface="Arial"/>
                <a:cs typeface="Arial"/>
                <a:sym typeface="Arial"/>
              </a:rPr>
              <a:t>not carry data.</a:t>
            </a:r>
            <a:endParaRPr/>
          </a:p>
        </p:txBody>
      </p:sp>
      <p:grpSp>
        <p:nvGrpSpPr>
          <p:cNvPr id="809" name="Google Shape;809;p34"/>
          <p:cNvGrpSpPr/>
          <p:nvPr/>
        </p:nvGrpSpPr>
        <p:grpSpPr>
          <a:xfrm>
            <a:off x="609600" y="1981200"/>
            <a:ext cx="1143000" cy="566737"/>
            <a:chOff x="1200" y="1248"/>
            <a:chExt cx="720" cy="357"/>
          </a:xfrm>
        </p:grpSpPr>
        <p:pic>
          <p:nvPicPr>
            <p:cNvPr id="810" name="Google Shape;810;p34"/>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811" name="Google Shape;811;p34"/>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06"/>
                                        </p:tgtEl>
                                        <p:attrNameLst>
                                          <p:attrName>style.visibility</p:attrName>
                                        </p:attrNameLst>
                                      </p:cBhvr>
                                      <p:to>
                                        <p:strVal val="visible"/>
                                      </p:to>
                                    </p:set>
                                    <p:animEffect transition="in" filter="fade">
                                      <p:cBhvr>
                                        <p:cTn id="7" dur="500"/>
                                        <p:tgtEl>
                                          <p:spTgt spid="80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07"/>
                                        </p:tgtEl>
                                        <p:attrNameLst>
                                          <p:attrName>style.visibility</p:attrName>
                                        </p:attrNameLst>
                                      </p:cBhvr>
                                      <p:to>
                                        <p:strVal val="visible"/>
                                      </p:to>
                                    </p:set>
                                    <p:animEffect transition="in" filter="fade">
                                      <p:cBhvr>
                                        <p:cTn id="11" dur="500"/>
                                        <p:tgtEl>
                                          <p:spTgt spid="80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808"/>
                                        </p:tgtEl>
                                        <p:attrNameLst>
                                          <p:attrName>style.visibility</p:attrName>
                                        </p:attrNameLst>
                                      </p:cBhvr>
                                      <p:to>
                                        <p:strVal val="visible"/>
                                      </p:to>
                                    </p:set>
                                    <p:animEffect transition="in" filter="fade">
                                      <p:cBhvr>
                                        <p:cTn id="15" dur="500"/>
                                        <p:tgtEl>
                                          <p:spTgt spid="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p35"/>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818" name="Google Shape;818;p35"/>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35</a:t>
            </a:fld>
            <a:endParaRPr/>
          </a:p>
        </p:txBody>
      </p:sp>
      <p:sp>
        <p:nvSpPr>
          <p:cNvPr id="819" name="Google Shape;819;p35"/>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dirty="0">
                <a:solidFill>
                  <a:srgbClr val="0000FF"/>
                </a:solidFill>
                <a:latin typeface="Times New Roman"/>
                <a:ea typeface="Times New Roman"/>
                <a:cs typeface="Times New Roman"/>
                <a:sym typeface="Times New Roman"/>
              </a:rPr>
              <a:t>Figure </a:t>
            </a:r>
            <a:r>
              <a:rPr lang="en-US" sz="1800" b="1" i="0" u="none" dirty="0">
                <a:solidFill>
                  <a:srgbClr val="0000FF"/>
                </a:solidFill>
                <a:highlight>
                  <a:srgbClr val="FFFF00"/>
                </a:highlight>
                <a:latin typeface="Times New Roman"/>
                <a:ea typeface="Times New Roman"/>
                <a:cs typeface="Times New Roman"/>
                <a:sym typeface="Times New Roman"/>
              </a:rPr>
              <a:t>15.12</a:t>
            </a:r>
            <a:r>
              <a:rPr lang="en-US" sz="1800" b="1" i="0" u="none" dirty="0">
                <a:solidFill>
                  <a:schemeClr val="accent2"/>
                </a:solidFill>
                <a:highlight>
                  <a:srgbClr val="FFFF00"/>
                </a:highlight>
                <a:latin typeface="Times New Roman"/>
                <a:ea typeface="Times New Roman"/>
                <a:cs typeface="Times New Roman"/>
                <a:sym typeface="Times New Roman"/>
              </a:rPr>
              <a:t>    </a:t>
            </a:r>
            <a:r>
              <a:rPr lang="en-US" sz="1800" b="1" i="1" u="none" dirty="0">
                <a:solidFill>
                  <a:schemeClr val="dk1"/>
                </a:solidFill>
                <a:highlight>
                  <a:srgbClr val="FFFF00"/>
                </a:highlight>
                <a:latin typeface="Times New Roman"/>
                <a:ea typeface="Times New Roman"/>
                <a:cs typeface="Times New Roman"/>
                <a:sym typeface="Times New Roman"/>
              </a:rPr>
              <a:t>Half-Close</a:t>
            </a:r>
            <a:endParaRPr dirty="0">
              <a:highlight>
                <a:srgbClr val="FFFF00"/>
              </a:highlight>
            </a:endParaRPr>
          </a:p>
        </p:txBody>
      </p:sp>
      <p:sp>
        <p:nvSpPr>
          <p:cNvPr id="820" name="Google Shape;820;p35"/>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21" name="Google Shape;821;p3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22" name="Google Shape;822;p35"/>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23" name="Google Shape;823;p3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24" name="Google Shape;824;p3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25" name="Google Shape;825;p35"/>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26" name="Google Shape;826;p3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827" name="Google Shape;827;p35"/>
          <p:cNvPicPr preferRelativeResize="0"/>
          <p:nvPr/>
        </p:nvPicPr>
        <p:blipFill rotWithShape="1">
          <a:blip r:embed="rId3">
            <a:alphaModFix/>
          </a:blip>
          <a:srcRect/>
          <a:stretch/>
        </p:blipFill>
        <p:spPr>
          <a:xfrm>
            <a:off x="1346200" y="628650"/>
            <a:ext cx="6472237" cy="557053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36"/>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834" name="Google Shape;834;p36"/>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36</a:t>
            </a:fld>
            <a:endParaRPr/>
          </a:p>
        </p:txBody>
      </p:sp>
      <p:sp>
        <p:nvSpPr>
          <p:cNvPr id="835" name="Google Shape;835;p36"/>
          <p:cNvSpPr txBox="1"/>
          <p:nvPr/>
        </p:nvSpPr>
        <p:spPr>
          <a:xfrm>
            <a:off x="0" y="0"/>
            <a:ext cx="9144000" cy="1371600"/>
          </a:xfrm>
          <a:prstGeom prst="rect">
            <a:avLst/>
          </a:prstGeom>
          <a:solidFill>
            <a:srgbClr val="33CC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36" name="Google Shape;836;p36"/>
          <p:cNvSpPr txBox="1"/>
          <p:nvPr/>
        </p:nvSpPr>
        <p:spPr>
          <a:xfrm>
            <a:off x="228600" y="355600"/>
            <a:ext cx="8169275" cy="650875"/>
          </a:xfrm>
          <a:prstGeom prst="rect">
            <a:avLst/>
          </a:prstGeom>
          <a:solidFill>
            <a:schemeClr val="folHlink"/>
          </a:solidFill>
          <a:ln w="9525" cap="flat" cmpd="sng">
            <a:solidFill>
              <a:schemeClr val="folHlink"/>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600"/>
              <a:buFont typeface="Times"/>
              <a:buNone/>
            </a:pPr>
            <a:r>
              <a:rPr lang="en-US" sz="3600" b="1" i="0" u="none">
                <a:solidFill>
                  <a:schemeClr val="lt1"/>
                </a:solidFill>
                <a:latin typeface="Times"/>
                <a:ea typeface="Times"/>
                <a:cs typeface="Times"/>
                <a:sym typeface="Times"/>
              </a:rPr>
              <a:t>15-5  STATE TRANSITION DIAGRAM</a:t>
            </a:r>
            <a:endParaRPr/>
          </a:p>
        </p:txBody>
      </p:sp>
      <p:sp>
        <p:nvSpPr>
          <p:cNvPr id="837" name="Google Shape;837;p36"/>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38" name="Google Shape;838;p36"/>
          <p:cNvSpPr txBox="1"/>
          <p:nvPr/>
        </p:nvSpPr>
        <p:spPr>
          <a:xfrm>
            <a:off x="381000" y="1524000"/>
            <a:ext cx="8429625" cy="22272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mo"/>
              <a:buNone/>
            </a:pPr>
            <a:r>
              <a:rPr lang="en-US" sz="2800" b="1" i="0" u="none">
                <a:solidFill>
                  <a:schemeClr val="dk1"/>
                </a:solidFill>
                <a:latin typeface="Arimo"/>
                <a:ea typeface="Arimo"/>
                <a:cs typeface="Arimo"/>
                <a:sym typeface="Arimo"/>
              </a:rPr>
              <a:t>To keep track of all the different events happening during connection establishment, connection termination, and data transfer, TCP is specified as the finite state machine shown in Figure 15.13.</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rgbClr val="FFFF99"/>
            </a:gs>
            <a:gs pos="100000">
              <a:srgbClr val="767647"/>
            </a:gs>
          </a:gsLst>
          <a:lin ang="0" scaled="0"/>
        </a:gradFill>
        <a:effectLst/>
      </p:bgPr>
    </p:bg>
    <p:spTree>
      <p:nvGrpSpPr>
        <p:cNvPr id="1" name="Shape 843"/>
        <p:cNvGrpSpPr/>
        <p:nvPr/>
      </p:nvGrpSpPr>
      <p:grpSpPr>
        <a:xfrm>
          <a:off x="0" y="0"/>
          <a:ext cx="0" cy="0"/>
          <a:chOff x="0" y="0"/>
          <a:chExt cx="0" cy="0"/>
        </a:xfrm>
      </p:grpSpPr>
      <p:sp>
        <p:nvSpPr>
          <p:cNvPr id="844" name="Google Shape;844;p37"/>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845" name="Google Shape;845;p37"/>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37</a:t>
            </a:fld>
            <a:endParaRPr/>
          </a:p>
        </p:txBody>
      </p:sp>
      <p:sp>
        <p:nvSpPr>
          <p:cNvPr id="846" name="Google Shape;846;p37"/>
          <p:cNvSpPr txBox="1"/>
          <p:nvPr/>
        </p:nvSpPr>
        <p:spPr>
          <a:xfrm>
            <a:off x="228600" y="152400"/>
            <a:ext cx="5468937"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3200"/>
              <a:buFont typeface="Times"/>
              <a:buNone/>
            </a:pPr>
            <a:r>
              <a:rPr lang="en-US" sz="3200" b="1" i="1" u="none">
                <a:solidFill>
                  <a:schemeClr val="hlink"/>
                </a:solidFill>
                <a:latin typeface="Times"/>
                <a:ea typeface="Times"/>
                <a:cs typeface="Times"/>
                <a:sym typeface="Times"/>
              </a:rPr>
              <a:t>Topics Discussed in the Section</a:t>
            </a:r>
            <a:endParaRPr/>
          </a:p>
        </p:txBody>
      </p:sp>
      <p:sp>
        <p:nvSpPr>
          <p:cNvPr id="847" name="Google Shape;847;p37"/>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48" name="Google Shape;848;p37"/>
          <p:cNvSpPr txBox="1"/>
          <p:nvPr/>
        </p:nvSpPr>
        <p:spPr>
          <a:xfrm>
            <a:off x="304800" y="989012"/>
            <a:ext cx="8382000" cy="519112"/>
          </a:xfrm>
          <a:prstGeom prst="rect">
            <a:avLst/>
          </a:prstGeom>
          <a:noFill/>
          <a:ln>
            <a:noFill/>
          </a:ln>
        </p:spPr>
        <p:txBody>
          <a:bodyPr spcFirstLastPara="1" wrap="square" lIns="91425" tIns="45700" rIns="91425" bIns="45700" anchor="t" anchorCtr="0">
            <a:spAutoFit/>
          </a:bodyPr>
          <a:lstStyle/>
          <a:p>
            <a:pPr marL="0" marR="0" lvl="0" indent="-208025" algn="l" rtl="0">
              <a:lnSpc>
                <a:spcPct val="100000"/>
              </a:lnSpc>
              <a:spcBef>
                <a:spcPts val="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Scenarios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48"/>
                                        </p:tgtEl>
                                        <p:attrNameLst>
                                          <p:attrName>style.visibility</p:attrName>
                                        </p:attrNameLst>
                                      </p:cBhvr>
                                      <p:to>
                                        <p:strVal val="visible"/>
                                      </p:to>
                                    </p:set>
                                    <p:animEffect transition="in" filter="fade">
                                      <p:cBhvr>
                                        <p:cTn id="7" dur="5000"/>
                                        <p:tgtEl>
                                          <p:spTgt spid="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p38"/>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855" name="Google Shape;855;p38"/>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38</a:t>
            </a:fld>
            <a:endParaRPr/>
          </a:p>
        </p:txBody>
      </p:sp>
      <p:sp>
        <p:nvSpPr>
          <p:cNvPr id="856" name="Google Shape;856;p38"/>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15.13</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State transition diagram</a:t>
            </a:r>
            <a:endParaRPr/>
          </a:p>
        </p:txBody>
      </p:sp>
      <p:sp>
        <p:nvSpPr>
          <p:cNvPr id="857" name="Google Shape;857;p38"/>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58" name="Google Shape;858;p3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59" name="Google Shape;859;p38"/>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60" name="Google Shape;860;p3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61" name="Google Shape;861;p3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62" name="Google Shape;862;p38"/>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63" name="Google Shape;863;p3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864" name="Google Shape;864;p38"/>
          <p:cNvPicPr preferRelativeResize="0"/>
          <p:nvPr/>
        </p:nvPicPr>
        <p:blipFill rotWithShape="1">
          <a:blip r:embed="rId3">
            <a:alphaModFix/>
          </a:blip>
          <a:srcRect/>
          <a:stretch/>
        </p:blipFill>
        <p:spPr>
          <a:xfrm>
            <a:off x="1447800" y="914400"/>
            <a:ext cx="6545262" cy="53594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39"/>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871" name="Google Shape;871;p39"/>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39</a:t>
            </a:fld>
            <a:endParaRPr/>
          </a:p>
        </p:txBody>
      </p:sp>
      <p:sp>
        <p:nvSpPr>
          <p:cNvPr id="872" name="Google Shape;872;p39"/>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73" name="Google Shape;873;p3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74" name="Google Shape;874;p39"/>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75" name="Google Shape;875;p3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76" name="Google Shape;876;p3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77" name="Google Shape;877;p39"/>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78" name="Google Shape;878;p3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879" name="Google Shape;879;p39"/>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880" name="Google Shape;880;p39"/>
          <p:cNvCxnSpPr/>
          <p:nvPr/>
        </p:nvCxnSpPr>
        <p:spPr>
          <a:xfrm>
            <a:off x="609600" y="48006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881" name="Google Shape;881;p39"/>
          <p:cNvSpPr txBox="1"/>
          <p:nvPr/>
        </p:nvSpPr>
        <p:spPr>
          <a:xfrm>
            <a:off x="647700" y="2716212"/>
            <a:ext cx="8077200" cy="2041525"/>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The state marked as </a:t>
            </a:r>
            <a:r>
              <a:rPr lang="en-US" sz="3200" b="1" i="1" u="sng">
                <a:solidFill>
                  <a:schemeClr val="lt1"/>
                </a:solidFill>
                <a:latin typeface="Arial"/>
                <a:ea typeface="Arial"/>
                <a:cs typeface="Arial"/>
                <a:sym typeface="Arial"/>
              </a:rPr>
              <a:t>ESTBLISHED</a:t>
            </a:r>
            <a:r>
              <a:rPr lang="en-US" sz="3200" b="1" i="1" u="none">
                <a:solidFill>
                  <a:schemeClr val="lt1"/>
                </a:solidFill>
                <a:latin typeface="Arial"/>
                <a:ea typeface="Arial"/>
                <a:cs typeface="Arial"/>
                <a:sym typeface="Arial"/>
              </a:rPr>
              <a:t> </a:t>
            </a:r>
            <a:br>
              <a:rPr lang="en-US" sz="3200" b="1" i="1" u="none">
                <a:solidFill>
                  <a:schemeClr val="lt1"/>
                </a:solidFill>
                <a:latin typeface="Arial"/>
                <a:ea typeface="Arial"/>
                <a:cs typeface="Arial"/>
                <a:sym typeface="Arial"/>
              </a:rPr>
            </a:br>
            <a:r>
              <a:rPr lang="en-US" sz="3200" b="1" i="1" u="none">
                <a:solidFill>
                  <a:schemeClr val="lt1"/>
                </a:solidFill>
                <a:latin typeface="Arial"/>
                <a:ea typeface="Arial"/>
                <a:cs typeface="Arial"/>
                <a:sym typeface="Arial"/>
              </a:rPr>
              <a:t>in the FSM is in fact two different</a:t>
            </a:r>
            <a:endParaRPr/>
          </a:p>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sets of states that the client </a:t>
            </a:r>
            <a:br>
              <a:rPr lang="en-US" sz="3200" b="1" i="1" u="none">
                <a:solidFill>
                  <a:schemeClr val="lt1"/>
                </a:solidFill>
                <a:latin typeface="Arial"/>
                <a:ea typeface="Arial"/>
                <a:cs typeface="Arial"/>
                <a:sym typeface="Arial"/>
              </a:rPr>
            </a:br>
            <a:r>
              <a:rPr lang="en-US" sz="3200" b="1" i="1" u="none">
                <a:solidFill>
                  <a:schemeClr val="lt1"/>
                </a:solidFill>
                <a:latin typeface="Arial"/>
                <a:ea typeface="Arial"/>
                <a:cs typeface="Arial"/>
                <a:sym typeface="Arial"/>
              </a:rPr>
              <a:t>and server undergo to transfer data.</a:t>
            </a:r>
            <a:endParaRPr/>
          </a:p>
        </p:txBody>
      </p:sp>
      <p:grpSp>
        <p:nvGrpSpPr>
          <p:cNvPr id="882" name="Google Shape;882;p39"/>
          <p:cNvGrpSpPr/>
          <p:nvPr/>
        </p:nvGrpSpPr>
        <p:grpSpPr>
          <a:xfrm>
            <a:off x="609600" y="1981200"/>
            <a:ext cx="1143000" cy="566737"/>
            <a:chOff x="1200" y="1248"/>
            <a:chExt cx="720" cy="357"/>
          </a:xfrm>
        </p:grpSpPr>
        <p:pic>
          <p:nvPicPr>
            <p:cNvPr id="883" name="Google Shape;883;p39"/>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884" name="Google Shape;884;p39"/>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79"/>
                                        </p:tgtEl>
                                        <p:attrNameLst>
                                          <p:attrName>style.visibility</p:attrName>
                                        </p:attrNameLst>
                                      </p:cBhvr>
                                      <p:to>
                                        <p:strVal val="visible"/>
                                      </p:to>
                                    </p:set>
                                    <p:animEffect transition="in" filter="fade">
                                      <p:cBhvr>
                                        <p:cTn id="7" dur="500"/>
                                        <p:tgtEl>
                                          <p:spTgt spid="87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80"/>
                                        </p:tgtEl>
                                        <p:attrNameLst>
                                          <p:attrName>style.visibility</p:attrName>
                                        </p:attrNameLst>
                                      </p:cBhvr>
                                      <p:to>
                                        <p:strVal val="visible"/>
                                      </p:to>
                                    </p:set>
                                    <p:animEffect transition="in" filter="fade">
                                      <p:cBhvr>
                                        <p:cTn id="11" dur="500"/>
                                        <p:tgtEl>
                                          <p:spTgt spid="88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881"/>
                                        </p:tgtEl>
                                        <p:attrNameLst>
                                          <p:attrName>style.visibility</p:attrName>
                                        </p:attrNameLst>
                                      </p:cBhvr>
                                      <p:to>
                                        <p:strVal val="visible"/>
                                      </p:to>
                                    </p:set>
                                    <p:animEffect transition="in" filter="fade">
                                      <p:cBhvr>
                                        <p:cTn id="15" dur="500"/>
                                        <p:tgtEl>
                                          <p:spTgt spid="8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p40"/>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891" name="Google Shape;891;p40"/>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40</a:t>
            </a:fld>
            <a:endParaRPr/>
          </a:p>
        </p:txBody>
      </p:sp>
      <p:grpSp>
        <p:nvGrpSpPr>
          <p:cNvPr id="892" name="Google Shape;892;p40"/>
          <p:cNvGrpSpPr/>
          <p:nvPr/>
        </p:nvGrpSpPr>
        <p:grpSpPr>
          <a:xfrm>
            <a:off x="228600" y="228600"/>
            <a:ext cx="8458200" cy="5791200"/>
            <a:chOff x="144" y="144"/>
            <a:chExt cx="5328" cy="3648"/>
          </a:xfrm>
        </p:grpSpPr>
        <p:grpSp>
          <p:nvGrpSpPr>
            <p:cNvPr id="893" name="Google Shape;893;p40"/>
            <p:cNvGrpSpPr/>
            <p:nvPr/>
          </p:nvGrpSpPr>
          <p:grpSpPr>
            <a:xfrm>
              <a:off x="144" y="144"/>
              <a:ext cx="432" cy="3648"/>
              <a:chOff x="48" y="48"/>
              <a:chExt cx="576" cy="3984"/>
            </a:xfrm>
          </p:grpSpPr>
          <p:sp>
            <p:nvSpPr>
              <p:cNvPr id="894" name="Google Shape;894;p40"/>
              <p:cNvSpPr txBox="1"/>
              <p:nvPr/>
            </p:nvSpPr>
            <p:spPr>
              <a:xfrm>
                <a:off x="240"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95" name="Google Shape;895;p40"/>
              <p:cNvSpPr txBox="1"/>
              <p:nvPr/>
            </p:nvSpPr>
            <p:spPr>
              <a:xfrm>
                <a:off x="48"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96" name="Google Shape;896;p40"/>
              <p:cNvSpPr txBox="1"/>
              <p:nvPr/>
            </p:nvSpPr>
            <p:spPr>
              <a:xfrm>
                <a:off x="432"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897" name="Google Shape;897;p40"/>
            <p:cNvGrpSpPr/>
            <p:nvPr/>
          </p:nvGrpSpPr>
          <p:grpSpPr>
            <a:xfrm>
              <a:off x="144" y="144"/>
              <a:ext cx="5328" cy="336"/>
              <a:chOff x="0" y="144"/>
              <a:chExt cx="5760" cy="432"/>
            </a:xfrm>
          </p:grpSpPr>
          <p:sp>
            <p:nvSpPr>
              <p:cNvPr id="898" name="Google Shape;898;p40"/>
              <p:cNvSpPr txBox="1"/>
              <p:nvPr/>
            </p:nvSpPr>
            <p:spPr>
              <a:xfrm>
                <a:off x="0" y="144"/>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899" name="Google Shape;899;p40"/>
              <p:cNvSpPr txBox="1"/>
              <p:nvPr/>
            </p:nvSpPr>
            <p:spPr>
              <a:xfrm>
                <a:off x="0" y="288"/>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00" name="Google Shape;900;p40"/>
              <p:cNvSpPr txBox="1"/>
              <p:nvPr/>
            </p:nvSpPr>
            <p:spPr>
              <a:xfrm>
                <a:off x="0" y="432"/>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901" name="Google Shape;901;p40"/>
            <p:cNvGrpSpPr/>
            <p:nvPr/>
          </p:nvGrpSpPr>
          <p:grpSpPr>
            <a:xfrm>
              <a:off x="144" y="144"/>
              <a:ext cx="432" cy="336"/>
              <a:chOff x="144" y="144"/>
              <a:chExt cx="432" cy="336"/>
            </a:xfrm>
          </p:grpSpPr>
          <p:grpSp>
            <p:nvGrpSpPr>
              <p:cNvPr id="902" name="Google Shape;902;p40"/>
              <p:cNvGrpSpPr/>
              <p:nvPr/>
            </p:nvGrpSpPr>
            <p:grpSpPr>
              <a:xfrm>
                <a:off x="144" y="256"/>
                <a:ext cx="432" cy="112"/>
                <a:chOff x="288" y="256"/>
                <a:chExt cx="432" cy="112"/>
              </a:xfrm>
            </p:grpSpPr>
            <p:sp>
              <p:nvSpPr>
                <p:cNvPr id="903" name="Google Shape;903;p40"/>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04" name="Google Shape;904;p40"/>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05" name="Google Shape;905;p40"/>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906" name="Google Shape;906;p40"/>
              <p:cNvGrpSpPr/>
              <p:nvPr/>
            </p:nvGrpSpPr>
            <p:grpSpPr>
              <a:xfrm>
                <a:off x="144" y="144"/>
                <a:ext cx="432" cy="336"/>
                <a:chOff x="144" y="144"/>
                <a:chExt cx="432" cy="336"/>
              </a:xfrm>
            </p:grpSpPr>
            <p:grpSp>
              <p:nvGrpSpPr>
                <p:cNvPr id="907" name="Google Shape;907;p40"/>
                <p:cNvGrpSpPr/>
                <p:nvPr/>
              </p:nvGrpSpPr>
              <p:grpSpPr>
                <a:xfrm>
                  <a:off x="144" y="144"/>
                  <a:ext cx="432" cy="112"/>
                  <a:chOff x="288" y="256"/>
                  <a:chExt cx="432" cy="112"/>
                </a:xfrm>
              </p:grpSpPr>
              <p:sp>
                <p:nvSpPr>
                  <p:cNvPr id="908" name="Google Shape;908;p40"/>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09" name="Google Shape;909;p40"/>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10" name="Google Shape;910;p40"/>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911" name="Google Shape;911;p40"/>
                <p:cNvGrpSpPr/>
                <p:nvPr/>
              </p:nvGrpSpPr>
              <p:grpSpPr>
                <a:xfrm>
                  <a:off x="144" y="368"/>
                  <a:ext cx="432" cy="112"/>
                  <a:chOff x="288" y="256"/>
                  <a:chExt cx="432" cy="112"/>
                </a:xfrm>
              </p:grpSpPr>
              <p:sp>
                <p:nvSpPr>
                  <p:cNvPr id="912" name="Google Shape;912;p40"/>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13" name="Google Shape;913;p40"/>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14" name="Google Shape;914;p40"/>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grpSp>
      </p:grpSp>
      <p:pic>
        <p:nvPicPr>
          <p:cNvPr id="915" name="Google Shape;915;p40"/>
          <p:cNvPicPr preferRelativeResize="0"/>
          <p:nvPr/>
        </p:nvPicPr>
        <p:blipFill rotWithShape="1">
          <a:blip r:embed="rId3">
            <a:alphaModFix/>
          </a:blip>
          <a:srcRect/>
          <a:stretch/>
        </p:blipFill>
        <p:spPr>
          <a:xfrm>
            <a:off x="1223962" y="1333500"/>
            <a:ext cx="7386637" cy="41529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Google Shape;921;p41"/>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922" name="Google Shape;922;p41"/>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41</a:t>
            </a:fld>
            <a:endParaRPr/>
          </a:p>
        </p:txBody>
      </p:sp>
      <p:sp>
        <p:nvSpPr>
          <p:cNvPr id="923" name="Google Shape;923;p41"/>
          <p:cNvSpPr txBox="1"/>
          <p:nvPr/>
        </p:nvSpPr>
        <p:spPr>
          <a:xfrm>
            <a:off x="990600" y="90487"/>
            <a:ext cx="76962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15.14</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Transition diagram for connection and half-close termination</a:t>
            </a:r>
            <a:endParaRPr/>
          </a:p>
        </p:txBody>
      </p:sp>
      <p:sp>
        <p:nvSpPr>
          <p:cNvPr id="924" name="Google Shape;924;p41"/>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25" name="Google Shape;925;p4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26" name="Google Shape;926;p41"/>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27" name="Google Shape;927;p4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28" name="Google Shape;928;p4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29" name="Google Shape;929;p41"/>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30" name="Google Shape;930;p4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931" name="Google Shape;931;p41"/>
          <p:cNvPicPr preferRelativeResize="0"/>
          <p:nvPr/>
        </p:nvPicPr>
        <p:blipFill rotWithShape="1">
          <a:blip r:embed="rId3">
            <a:alphaModFix/>
          </a:blip>
          <a:srcRect/>
          <a:stretch/>
        </p:blipFill>
        <p:spPr>
          <a:xfrm>
            <a:off x="450850" y="2289175"/>
            <a:ext cx="8464550" cy="2819400"/>
          </a:xfrm>
          <a:prstGeom prst="rect">
            <a:avLst/>
          </a:prstGeom>
          <a:noFill/>
          <a:ln>
            <a:noFill/>
          </a:ln>
        </p:spPr>
      </p:pic>
      <p:sp>
        <p:nvSpPr>
          <p:cNvPr id="932" name="Google Shape;932;p41"/>
          <p:cNvSpPr/>
          <p:nvPr/>
        </p:nvSpPr>
        <p:spPr>
          <a:xfrm>
            <a:off x="990600" y="2540000"/>
            <a:ext cx="920750" cy="317500"/>
          </a:xfrm>
          <a:prstGeom prst="ellipse">
            <a:avLst/>
          </a:prstGeom>
          <a:noFill/>
          <a:ln w="28575" cap="flat" cmpd="sng">
            <a:solidFill>
              <a:srgbClr val="0000F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p42"/>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939" name="Google Shape;939;p42"/>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42</a:t>
            </a:fld>
            <a:endParaRPr/>
          </a:p>
        </p:txBody>
      </p:sp>
      <p:sp>
        <p:nvSpPr>
          <p:cNvPr id="940" name="Google Shape;940;p42"/>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15.15</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Time-line diagram for Figure 15.14</a:t>
            </a:r>
            <a:endParaRPr/>
          </a:p>
        </p:txBody>
      </p:sp>
      <p:sp>
        <p:nvSpPr>
          <p:cNvPr id="941" name="Google Shape;941;p42"/>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42" name="Google Shape;942;p4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43" name="Google Shape;943;p42"/>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44" name="Google Shape;944;p4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45" name="Google Shape;945;p4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46" name="Google Shape;946;p42"/>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47" name="Google Shape;947;p4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948" name="Google Shape;948;p42"/>
          <p:cNvPicPr preferRelativeResize="0"/>
          <p:nvPr/>
        </p:nvPicPr>
        <p:blipFill rotWithShape="1">
          <a:blip r:embed="rId3">
            <a:alphaModFix/>
          </a:blip>
          <a:srcRect/>
          <a:stretch/>
        </p:blipFill>
        <p:spPr>
          <a:xfrm>
            <a:off x="3924300" y="685800"/>
            <a:ext cx="4826000" cy="5838825"/>
          </a:xfrm>
          <a:prstGeom prst="rect">
            <a:avLst/>
          </a:prstGeom>
          <a:noFill/>
          <a:ln>
            <a:noFill/>
          </a:ln>
        </p:spPr>
      </p:pic>
      <p:sp>
        <p:nvSpPr>
          <p:cNvPr id="949" name="Google Shape;949;p42"/>
          <p:cNvSpPr/>
          <p:nvPr/>
        </p:nvSpPr>
        <p:spPr>
          <a:xfrm>
            <a:off x="4251325" y="4848225"/>
            <a:ext cx="914400" cy="1323975"/>
          </a:xfrm>
          <a:prstGeom prst="ellipse">
            <a:avLst/>
          </a:prstGeom>
          <a:noFill/>
          <a:ln w="28575"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50" name="Google Shape;950;p42"/>
          <p:cNvSpPr txBox="1"/>
          <p:nvPr/>
        </p:nvSpPr>
        <p:spPr>
          <a:xfrm>
            <a:off x="280987" y="1143000"/>
            <a:ext cx="3902075" cy="4102100"/>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chemeClr val="folHlink"/>
              </a:buClr>
              <a:buSzPts val="1600"/>
              <a:buFont typeface="Tahoma"/>
              <a:buNone/>
            </a:pPr>
            <a:r>
              <a:rPr lang="en-US" sz="1600" b="1" i="0" u="none">
                <a:solidFill>
                  <a:schemeClr val="folHlink"/>
                </a:solidFill>
                <a:latin typeface="Tahoma"/>
                <a:ea typeface="Tahoma"/>
                <a:cs typeface="Tahoma"/>
                <a:sym typeface="Tahoma"/>
              </a:rPr>
              <a:t>1.	Enough time for an ACK to be lost and a new FIN to arrive. If during the TIME-WAIT state, a new FIN arrives, the client sends a new ACK and restarts the 2MSL timer</a:t>
            </a:r>
            <a:endParaRPr/>
          </a:p>
          <a:p>
            <a:pPr marL="457200" marR="0" lvl="0" indent="-457200" algn="l" rtl="0">
              <a:lnSpc>
                <a:spcPct val="100000"/>
              </a:lnSpc>
              <a:spcBef>
                <a:spcPts val="320"/>
              </a:spcBef>
              <a:spcAft>
                <a:spcPts val="0"/>
              </a:spcAft>
              <a:buClr>
                <a:schemeClr val="folHlink"/>
              </a:buClr>
              <a:buSzPts val="1600"/>
              <a:buFont typeface="Tahoma"/>
              <a:buAutoNum type="arabicPeriod" startAt="2"/>
            </a:pPr>
            <a:r>
              <a:rPr lang="en-US" sz="1600" b="1" i="0" u="none">
                <a:solidFill>
                  <a:schemeClr val="folHlink"/>
                </a:solidFill>
                <a:latin typeface="Tahoma"/>
                <a:ea typeface="Tahoma"/>
                <a:cs typeface="Tahoma"/>
                <a:sym typeface="Tahoma"/>
              </a:rPr>
              <a:t>To prevent a duplicate segment from one connection appearing in the next one, TCP requires that incarnation cannot take place unless 2MSL amount of time has elapsed.</a:t>
            </a:r>
            <a:endParaRPr/>
          </a:p>
          <a:p>
            <a:pPr marL="457200" marR="0" lvl="0" indent="-457200" algn="l" rtl="0">
              <a:lnSpc>
                <a:spcPct val="100000"/>
              </a:lnSpc>
              <a:spcBef>
                <a:spcPts val="320"/>
              </a:spcBef>
              <a:spcAft>
                <a:spcPts val="0"/>
              </a:spcAft>
              <a:buClr>
                <a:schemeClr val="folHlink"/>
              </a:buClr>
              <a:buSzPts val="1600"/>
              <a:buFont typeface="Tahoma"/>
              <a:buNone/>
            </a:pPr>
            <a:r>
              <a:rPr lang="en-US" sz="1600" b="1" i="0" u="none">
                <a:solidFill>
                  <a:schemeClr val="folHlink"/>
                </a:solidFill>
                <a:latin typeface="Tahoma"/>
                <a:ea typeface="Tahoma"/>
                <a:cs typeface="Tahoma"/>
                <a:sym typeface="Tahoma"/>
              </a:rPr>
              <a:t>	Another solution: the ISN of the incarnation is greater than the last seq. # used in the previous connection.</a:t>
            </a:r>
            <a:endParaRPr/>
          </a:p>
        </p:txBody>
      </p:sp>
      <p:sp>
        <p:nvSpPr>
          <p:cNvPr id="951" name="Google Shape;951;p42"/>
          <p:cNvSpPr/>
          <p:nvPr/>
        </p:nvSpPr>
        <p:spPr>
          <a:xfrm rot="-8520000">
            <a:off x="3671887" y="4991100"/>
            <a:ext cx="533400" cy="457200"/>
          </a:xfrm>
          <a:prstGeom prst="rightArrow">
            <a:avLst>
              <a:gd name="adj1" fmla="val 50000"/>
              <a:gd name="adj2" fmla="val 50000"/>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p43"/>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958" name="Google Shape;958;p43"/>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43</a:t>
            </a:fld>
            <a:endParaRPr/>
          </a:p>
        </p:txBody>
      </p:sp>
      <p:sp>
        <p:nvSpPr>
          <p:cNvPr id="959" name="Google Shape;959;p43"/>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15.16</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Transition diagram for a common scenario</a:t>
            </a:r>
            <a:endParaRPr/>
          </a:p>
        </p:txBody>
      </p:sp>
      <p:sp>
        <p:nvSpPr>
          <p:cNvPr id="960" name="Google Shape;960;p43"/>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61" name="Google Shape;961;p4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62" name="Google Shape;962;p43"/>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63" name="Google Shape;963;p4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64" name="Google Shape;964;p4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65" name="Google Shape;965;p43"/>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66" name="Google Shape;966;p4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967" name="Google Shape;967;p43"/>
          <p:cNvPicPr preferRelativeResize="0"/>
          <p:nvPr/>
        </p:nvPicPr>
        <p:blipFill rotWithShape="1">
          <a:blip r:embed="rId3">
            <a:alphaModFix/>
          </a:blip>
          <a:srcRect/>
          <a:stretch/>
        </p:blipFill>
        <p:spPr>
          <a:xfrm>
            <a:off x="457200" y="2209800"/>
            <a:ext cx="8153400" cy="2381250"/>
          </a:xfrm>
          <a:prstGeom prst="rect">
            <a:avLst/>
          </a:prstGeom>
          <a:noFill/>
          <a:ln>
            <a:noFill/>
          </a:ln>
        </p:spPr>
      </p:pic>
      <p:sp>
        <p:nvSpPr>
          <p:cNvPr id="968" name="Google Shape;968;p43"/>
          <p:cNvSpPr/>
          <p:nvPr/>
        </p:nvSpPr>
        <p:spPr>
          <a:xfrm>
            <a:off x="990600" y="2709862"/>
            <a:ext cx="1103312" cy="373062"/>
          </a:xfrm>
          <a:prstGeom prst="ellipse">
            <a:avLst/>
          </a:prstGeom>
          <a:noFill/>
          <a:ln w="28575" cap="flat" cmpd="sng">
            <a:solidFill>
              <a:srgbClr val="0000F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p44"/>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975" name="Google Shape;975;p44"/>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44</a:t>
            </a:fld>
            <a:endParaRPr/>
          </a:p>
        </p:txBody>
      </p:sp>
      <p:sp>
        <p:nvSpPr>
          <p:cNvPr id="976" name="Google Shape;976;p44"/>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15.17</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Time line for a common scenario</a:t>
            </a:r>
            <a:endParaRPr/>
          </a:p>
        </p:txBody>
      </p:sp>
      <p:sp>
        <p:nvSpPr>
          <p:cNvPr id="977" name="Google Shape;977;p44"/>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78" name="Google Shape;978;p4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79" name="Google Shape;979;p44"/>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80" name="Google Shape;980;p4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81" name="Google Shape;981;p4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82" name="Google Shape;982;p44"/>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83" name="Google Shape;983;p4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984" name="Google Shape;984;p44"/>
          <p:cNvPicPr preferRelativeResize="0"/>
          <p:nvPr/>
        </p:nvPicPr>
        <p:blipFill rotWithShape="1">
          <a:blip r:embed="rId3">
            <a:alphaModFix/>
          </a:blip>
          <a:srcRect/>
          <a:stretch/>
        </p:blipFill>
        <p:spPr>
          <a:xfrm>
            <a:off x="1863725" y="762000"/>
            <a:ext cx="6061075" cy="5741987"/>
          </a:xfrm>
          <a:prstGeom prst="rect">
            <a:avLst/>
          </a:prstGeom>
          <a:noFill/>
          <a:ln>
            <a:noFill/>
          </a:ln>
        </p:spPr>
      </p:pic>
      <p:cxnSp>
        <p:nvCxnSpPr>
          <p:cNvPr id="985" name="Google Shape;985;p44"/>
          <p:cNvCxnSpPr/>
          <p:nvPr/>
        </p:nvCxnSpPr>
        <p:spPr>
          <a:xfrm>
            <a:off x="3678237" y="4364037"/>
            <a:ext cx="792162" cy="736600"/>
          </a:xfrm>
          <a:prstGeom prst="straightConnector1">
            <a:avLst/>
          </a:prstGeom>
          <a:noFill/>
          <a:ln w="19050" cap="flat" cmpd="sng">
            <a:solidFill>
              <a:schemeClr val="dk1"/>
            </a:solidFill>
            <a:prstDash val="solid"/>
            <a:miter lim="800000"/>
            <a:headEnd type="none" w="med" len="med"/>
            <a:tailEnd type="triangle" w="med" len="med"/>
          </a:ln>
        </p:spPr>
      </p:cxnSp>
      <p:sp>
        <p:nvSpPr>
          <p:cNvPr id="986" name="Google Shape;986;p44"/>
          <p:cNvSpPr/>
          <p:nvPr/>
        </p:nvSpPr>
        <p:spPr>
          <a:xfrm>
            <a:off x="3797300" y="4959350"/>
            <a:ext cx="487362" cy="171450"/>
          </a:xfrm>
          <a:custGeom>
            <a:avLst/>
            <a:gdLst/>
            <a:ahLst/>
            <a:cxnLst/>
            <a:rect l="l" t="t" r="r" b="b"/>
            <a:pathLst>
              <a:path w="558800" h="133350" extrusionOk="0">
                <a:moveTo>
                  <a:pt x="0" y="82550"/>
                </a:moveTo>
                <a:cubicBezTo>
                  <a:pt x="6350" y="69850"/>
                  <a:pt x="9700" y="55136"/>
                  <a:pt x="19050" y="44450"/>
                </a:cubicBezTo>
                <a:cubicBezTo>
                  <a:pt x="25283" y="37326"/>
                  <a:pt x="38390" y="39022"/>
                  <a:pt x="44450" y="31750"/>
                </a:cubicBezTo>
                <a:cubicBezTo>
                  <a:pt x="78184" y="-8730"/>
                  <a:pt x="22763" y="15696"/>
                  <a:pt x="69850" y="0"/>
                </a:cubicBezTo>
                <a:cubicBezTo>
                  <a:pt x="76200" y="4233"/>
                  <a:pt x="83106" y="7733"/>
                  <a:pt x="88900" y="12700"/>
                </a:cubicBezTo>
                <a:cubicBezTo>
                  <a:pt x="97991" y="20492"/>
                  <a:pt x="104721" y="30916"/>
                  <a:pt x="114300" y="38100"/>
                </a:cubicBezTo>
                <a:cubicBezTo>
                  <a:pt x="121873" y="43780"/>
                  <a:pt x="131583" y="45930"/>
                  <a:pt x="139700" y="50800"/>
                </a:cubicBezTo>
                <a:cubicBezTo>
                  <a:pt x="152788" y="58653"/>
                  <a:pt x="177800" y="76200"/>
                  <a:pt x="177800" y="76200"/>
                </a:cubicBezTo>
                <a:cubicBezTo>
                  <a:pt x="179917" y="84667"/>
                  <a:pt x="176666" y="97110"/>
                  <a:pt x="184150" y="101600"/>
                </a:cubicBezTo>
                <a:cubicBezTo>
                  <a:pt x="209578" y="116857"/>
                  <a:pt x="230558" y="58248"/>
                  <a:pt x="234950" y="57150"/>
                </a:cubicBezTo>
                <a:cubicBezTo>
                  <a:pt x="269533" y="48504"/>
                  <a:pt x="252544" y="54703"/>
                  <a:pt x="285750" y="38100"/>
                </a:cubicBezTo>
                <a:cubicBezTo>
                  <a:pt x="294217" y="44450"/>
                  <a:pt x="303666" y="49666"/>
                  <a:pt x="311150" y="57150"/>
                </a:cubicBezTo>
                <a:cubicBezTo>
                  <a:pt x="320125" y="66125"/>
                  <a:pt x="331570" y="91639"/>
                  <a:pt x="336550" y="101600"/>
                </a:cubicBezTo>
                <a:cubicBezTo>
                  <a:pt x="345017" y="97367"/>
                  <a:pt x="355257" y="95593"/>
                  <a:pt x="361950" y="88900"/>
                </a:cubicBezTo>
                <a:cubicBezTo>
                  <a:pt x="372743" y="78107"/>
                  <a:pt x="372542" y="54502"/>
                  <a:pt x="387350" y="50800"/>
                </a:cubicBezTo>
                <a:lnTo>
                  <a:pt x="412750" y="44450"/>
                </a:lnTo>
                <a:cubicBezTo>
                  <a:pt x="442150" y="88550"/>
                  <a:pt x="426674" y="91884"/>
                  <a:pt x="476250" y="69850"/>
                </a:cubicBezTo>
                <a:cubicBezTo>
                  <a:pt x="483224" y="66750"/>
                  <a:pt x="488950" y="61383"/>
                  <a:pt x="495300" y="57150"/>
                </a:cubicBezTo>
                <a:cubicBezTo>
                  <a:pt x="499533" y="50800"/>
                  <a:pt x="500596" y="36249"/>
                  <a:pt x="508000" y="38100"/>
                </a:cubicBezTo>
                <a:cubicBezTo>
                  <a:pt x="517183" y="40396"/>
                  <a:pt x="518261" y="54354"/>
                  <a:pt x="520700" y="63500"/>
                </a:cubicBezTo>
                <a:cubicBezTo>
                  <a:pt x="526798" y="86366"/>
                  <a:pt x="529167" y="110067"/>
                  <a:pt x="533400" y="133350"/>
                </a:cubicBezTo>
                <a:lnTo>
                  <a:pt x="558800" y="82550"/>
                </a:lnTo>
              </a:path>
            </a:pathLst>
          </a:custGeom>
          <a:noFill/>
          <a:ln w="2857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p45"/>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993" name="Google Shape;993;p45"/>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45</a:t>
            </a:fld>
            <a:endParaRPr/>
          </a:p>
        </p:txBody>
      </p:sp>
      <p:sp>
        <p:nvSpPr>
          <p:cNvPr id="994" name="Google Shape;994;p45"/>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15.18</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Simultaneous open</a:t>
            </a:r>
            <a:endParaRPr/>
          </a:p>
        </p:txBody>
      </p:sp>
      <p:sp>
        <p:nvSpPr>
          <p:cNvPr id="995" name="Google Shape;995;p45"/>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96" name="Google Shape;996;p4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97" name="Google Shape;997;p45"/>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98" name="Google Shape;998;p4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999" name="Google Shape;999;p4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00" name="Google Shape;1000;p45"/>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01" name="Google Shape;1001;p4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002" name="Google Shape;1002;p45"/>
          <p:cNvPicPr preferRelativeResize="0"/>
          <p:nvPr/>
        </p:nvPicPr>
        <p:blipFill rotWithShape="1">
          <a:blip r:embed="rId3">
            <a:alphaModFix/>
          </a:blip>
          <a:srcRect/>
          <a:stretch/>
        </p:blipFill>
        <p:spPr>
          <a:xfrm>
            <a:off x="1008062" y="1414462"/>
            <a:ext cx="6992937" cy="422433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p46"/>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009" name="Google Shape;1009;p46"/>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46</a:t>
            </a:fld>
            <a:endParaRPr/>
          </a:p>
        </p:txBody>
      </p:sp>
      <p:sp>
        <p:nvSpPr>
          <p:cNvPr id="1010" name="Google Shape;1010;p46"/>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15.19</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Simultaneous close</a:t>
            </a:r>
            <a:endParaRPr/>
          </a:p>
        </p:txBody>
      </p:sp>
      <p:sp>
        <p:nvSpPr>
          <p:cNvPr id="1011" name="Google Shape;1011;p46"/>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12" name="Google Shape;1012;p4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13" name="Google Shape;1013;p46"/>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14" name="Google Shape;1014;p4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15" name="Google Shape;1015;p4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16" name="Google Shape;1016;p46"/>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17" name="Google Shape;1017;p4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018" name="Google Shape;1018;p46"/>
          <p:cNvPicPr preferRelativeResize="0"/>
          <p:nvPr/>
        </p:nvPicPr>
        <p:blipFill rotWithShape="1">
          <a:blip r:embed="rId3">
            <a:alphaModFix/>
          </a:blip>
          <a:srcRect/>
          <a:stretch/>
        </p:blipFill>
        <p:spPr>
          <a:xfrm>
            <a:off x="1236662" y="1066800"/>
            <a:ext cx="6992937" cy="5219700"/>
          </a:xfrm>
          <a:prstGeom prst="rect">
            <a:avLst/>
          </a:prstGeom>
          <a:noFill/>
          <a:ln>
            <a:noFill/>
          </a:ln>
        </p:spPr>
      </p:pic>
      <p:sp>
        <p:nvSpPr>
          <p:cNvPr id="1019" name="Google Shape;1019;p46"/>
          <p:cNvSpPr/>
          <p:nvPr/>
        </p:nvSpPr>
        <p:spPr>
          <a:xfrm>
            <a:off x="5026025" y="2444750"/>
            <a:ext cx="1001712" cy="1614487"/>
          </a:xfrm>
          <a:custGeom>
            <a:avLst/>
            <a:gdLst/>
            <a:ahLst/>
            <a:cxnLst/>
            <a:rect l="l" t="t" r="r" b="b"/>
            <a:pathLst>
              <a:path w="631" h="1017" extrusionOk="0">
                <a:moveTo>
                  <a:pt x="552" y="66"/>
                </a:moveTo>
                <a:cubicBezTo>
                  <a:pt x="501" y="57"/>
                  <a:pt x="325" y="0"/>
                  <a:pt x="238" y="13"/>
                </a:cubicBezTo>
                <a:cubicBezTo>
                  <a:pt x="151" y="26"/>
                  <a:pt x="56" y="77"/>
                  <a:pt x="28" y="144"/>
                </a:cubicBezTo>
                <a:cubicBezTo>
                  <a:pt x="0" y="211"/>
                  <a:pt x="24" y="357"/>
                  <a:pt x="72" y="415"/>
                </a:cubicBezTo>
                <a:cubicBezTo>
                  <a:pt x="120" y="473"/>
                  <a:pt x="240" y="475"/>
                  <a:pt x="316" y="493"/>
                </a:cubicBezTo>
                <a:cubicBezTo>
                  <a:pt x="392" y="511"/>
                  <a:pt x="477" y="482"/>
                  <a:pt x="526" y="520"/>
                </a:cubicBezTo>
                <a:cubicBezTo>
                  <a:pt x="575" y="558"/>
                  <a:pt x="603" y="656"/>
                  <a:pt x="613" y="720"/>
                </a:cubicBezTo>
                <a:cubicBezTo>
                  <a:pt x="623" y="784"/>
                  <a:pt x="631" y="856"/>
                  <a:pt x="587" y="904"/>
                </a:cubicBezTo>
                <a:cubicBezTo>
                  <a:pt x="543" y="952"/>
                  <a:pt x="441" y="999"/>
                  <a:pt x="351" y="1008"/>
                </a:cubicBezTo>
                <a:cubicBezTo>
                  <a:pt x="261" y="1017"/>
                  <a:pt x="97" y="965"/>
                  <a:pt x="46" y="956"/>
                </a:cubicBezTo>
              </a:path>
            </a:pathLst>
          </a:cu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20" name="Google Shape;1020;p46"/>
          <p:cNvSpPr txBox="1"/>
          <p:nvPr/>
        </p:nvSpPr>
        <p:spPr>
          <a:xfrm>
            <a:off x="5491162" y="2927350"/>
            <a:ext cx="458787"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ahoma"/>
              <a:buNone/>
            </a:pPr>
            <a:r>
              <a:rPr lang="en-US" sz="1800" b="1" i="0" u="none">
                <a:solidFill>
                  <a:schemeClr val="dk1"/>
                </a:solidFill>
                <a:latin typeface="Tahoma"/>
                <a:ea typeface="Tahoma"/>
                <a:cs typeface="Tahoma"/>
                <a:sym typeface="Tahoma"/>
              </a:rPr>
              <a:t>ex</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p47"/>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027" name="Google Shape;1027;p47"/>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47</a:t>
            </a:fld>
            <a:endParaRPr/>
          </a:p>
        </p:txBody>
      </p:sp>
      <p:sp>
        <p:nvSpPr>
          <p:cNvPr id="1028" name="Google Shape;1028;p47"/>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15.20</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Denying a connection</a:t>
            </a:r>
            <a:endParaRPr/>
          </a:p>
        </p:txBody>
      </p:sp>
      <p:sp>
        <p:nvSpPr>
          <p:cNvPr id="1029" name="Google Shape;1029;p47"/>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30" name="Google Shape;1030;p4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31" name="Google Shape;1031;p47"/>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32" name="Google Shape;1032;p4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33" name="Google Shape;1033;p4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34" name="Google Shape;1034;p47"/>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35" name="Google Shape;1035;p4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036" name="Google Shape;1036;p47"/>
          <p:cNvPicPr preferRelativeResize="0"/>
          <p:nvPr/>
        </p:nvPicPr>
        <p:blipFill rotWithShape="1">
          <a:blip r:embed="rId3">
            <a:alphaModFix/>
          </a:blip>
          <a:srcRect/>
          <a:stretch/>
        </p:blipFill>
        <p:spPr>
          <a:xfrm>
            <a:off x="1066800" y="1109662"/>
            <a:ext cx="6892925" cy="4529137"/>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p48"/>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043" name="Google Shape;1043;p48"/>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48</a:t>
            </a:fld>
            <a:endParaRPr/>
          </a:p>
        </p:txBody>
      </p:sp>
      <p:sp>
        <p:nvSpPr>
          <p:cNvPr id="1044" name="Google Shape;1044;p48"/>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15.21</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Aborting a connection</a:t>
            </a:r>
            <a:endParaRPr/>
          </a:p>
        </p:txBody>
      </p:sp>
      <p:sp>
        <p:nvSpPr>
          <p:cNvPr id="1045" name="Google Shape;1045;p48"/>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46" name="Google Shape;1046;p4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47" name="Google Shape;1047;p48"/>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48" name="Google Shape;1048;p4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49" name="Google Shape;1049;p4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50" name="Google Shape;1050;p48"/>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51" name="Google Shape;1051;p4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052" name="Google Shape;1052;p48"/>
          <p:cNvPicPr preferRelativeResize="0"/>
          <p:nvPr/>
        </p:nvPicPr>
        <p:blipFill rotWithShape="1">
          <a:blip r:embed="rId3">
            <a:alphaModFix/>
          </a:blip>
          <a:srcRect/>
          <a:stretch/>
        </p:blipFill>
        <p:spPr>
          <a:xfrm>
            <a:off x="438150" y="1636712"/>
            <a:ext cx="8066087" cy="353536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p49"/>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059" name="Google Shape;1059;p49"/>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49</a:t>
            </a:fld>
            <a:endParaRPr/>
          </a:p>
        </p:txBody>
      </p:sp>
      <p:sp>
        <p:nvSpPr>
          <p:cNvPr id="1060" name="Google Shape;1060;p49"/>
          <p:cNvSpPr txBox="1"/>
          <p:nvPr/>
        </p:nvSpPr>
        <p:spPr>
          <a:xfrm>
            <a:off x="0" y="0"/>
            <a:ext cx="9144000" cy="1371600"/>
          </a:xfrm>
          <a:prstGeom prst="rect">
            <a:avLst/>
          </a:prstGeom>
          <a:solidFill>
            <a:srgbClr val="33CC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61" name="Google Shape;1061;p49"/>
          <p:cNvSpPr txBox="1"/>
          <p:nvPr/>
        </p:nvSpPr>
        <p:spPr>
          <a:xfrm>
            <a:off x="228600" y="355600"/>
            <a:ext cx="5387975" cy="650875"/>
          </a:xfrm>
          <a:prstGeom prst="rect">
            <a:avLst/>
          </a:prstGeom>
          <a:solidFill>
            <a:schemeClr val="folHlink"/>
          </a:solidFill>
          <a:ln w="9525" cap="flat" cmpd="sng">
            <a:solidFill>
              <a:schemeClr val="folHlink"/>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600"/>
              <a:buFont typeface="Times"/>
              <a:buNone/>
            </a:pPr>
            <a:r>
              <a:rPr lang="en-US" sz="3600" b="1" i="0" u="none">
                <a:solidFill>
                  <a:schemeClr val="lt1"/>
                </a:solidFill>
                <a:latin typeface="Times"/>
                <a:ea typeface="Times"/>
                <a:cs typeface="Times"/>
                <a:sym typeface="Times"/>
              </a:rPr>
              <a:t>15-6  WINDOWS  IN TCP</a:t>
            </a:r>
            <a:endParaRPr/>
          </a:p>
        </p:txBody>
      </p:sp>
      <p:sp>
        <p:nvSpPr>
          <p:cNvPr id="1062" name="Google Shape;1062;p49"/>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63" name="Google Shape;1063;p49"/>
          <p:cNvSpPr txBox="1"/>
          <p:nvPr/>
        </p:nvSpPr>
        <p:spPr>
          <a:xfrm>
            <a:off x="171450" y="1371600"/>
            <a:ext cx="8772525" cy="47894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mo"/>
              <a:buNone/>
            </a:pPr>
            <a:r>
              <a:rPr lang="en-US" sz="2800" b="1" i="0" u="none">
                <a:solidFill>
                  <a:schemeClr val="dk1"/>
                </a:solidFill>
                <a:latin typeface="Arimo"/>
                <a:ea typeface="Arimo"/>
                <a:cs typeface="Arimo"/>
                <a:sym typeface="Arimo"/>
              </a:rPr>
              <a:t>Before discussing data transfer in TCP and the issues such as flow, error, and congestion control, we describe the windows used in TCP. TCP uses two windows (send window and receive window) for each direction of data transfer, which means four windows for a bidirectional communication. To make the discussion simple, we make an assumption that communication is only unidirectional; the bidirectional communication can be inferred using two unidirectional communications with piggybacking.</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gradFill>
          <a:gsLst>
            <a:gs pos="0">
              <a:srgbClr val="FFFF99"/>
            </a:gs>
            <a:gs pos="100000">
              <a:srgbClr val="767647"/>
            </a:gs>
          </a:gsLst>
          <a:lin ang="0" scaled="0"/>
        </a:gradFill>
        <a:effectLst/>
      </p:bgPr>
    </p:bg>
    <p:spTree>
      <p:nvGrpSpPr>
        <p:cNvPr id="1" name="Shape 1068"/>
        <p:cNvGrpSpPr/>
        <p:nvPr/>
      </p:nvGrpSpPr>
      <p:grpSpPr>
        <a:xfrm>
          <a:off x="0" y="0"/>
          <a:ext cx="0" cy="0"/>
          <a:chOff x="0" y="0"/>
          <a:chExt cx="0" cy="0"/>
        </a:xfrm>
      </p:grpSpPr>
      <p:sp>
        <p:nvSpPr>
          <p:cNvPr id="1069" name="Google Shape;1069;p50"/>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070" name="Google Shape;1070;p50"/>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50</a:t>
            </a:fld>
            <a:endParaRPr/>
          </a:p>
        </p:txBody>
      </p:sp>
      <p:sp>
        <p:nvSpPr>
          <p:cNvPr id="1071" name="Google Shape;1071;p50"/>
          <p:cNvSpPr txBox="1"/>
          <p:nvPr/>
        </p:nvSpPr>
        <p:spPr>
          <a:xfrm>
            <a:off x="228600" y="152400"/>
            <a:ext cx="5468937"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3200"/>
              <a:buFont typeface="Times"/>
              <a:buNone/>
            </a:pPr>
            <a:r>
              <a:rPr lang="en-US" sz="3200" b="1" i="1" u="none">
                <a:solidFill>
                  <a:schemeClr val="hlink"/>
                </a:solidFill>
                <a:latin typeface="Times"/>
                <a:ea typeface="Times"/>
                <a:cs typeface="Times"/>
                <a:sym typeface="Times"/>
              </a:rPr>
              <a:t>Topics Discussed in the Section</a:t>
            </a:r>
            <a:endParaRPr/>
          </a:p>
        </p:txBody>
      </p:sp>
      <p:sp>
        <p:nvSpPr>
          <p:cNvPr id="1072" name="Google Shape;1072;p50"/>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73" name="Google Shape;1073;p50"/>
          <p:cNvSpPr txBox="1"/>
          <p:nvPr/>
        </p:nvSpPr>
        <p:spPr>
          <a:xfrm>
            <a:off x="304800" y="989012"/>
            <a:ext cx="8382000" cy="1031875"/>
          </a:xfrm>
          <a:prstGeom prst="rect">
            <a:avLst/>
          </a:prstGeom>
          <a:noFill/>
          <a:ln>
            <a:noFill/>
          </a:ln>
        </p:spPr>
        <p:txBody>
          <a:bodyPr spcFirstLastPara="1" wrap="square" lIns="91425" tIns="45700" rIns="91425" bIns="45700" anchor="t" anchorCtr="0">
            <a:spAutoFit/>
          </a:bodyPr>
          <a:lstStyle/>
          <a:p>
            <a:pPr marL="0" marR="0" lvl="0" indent="-208025" algn="l" rtl="0">
              <a:lnSpc>
                <a:spcPct val="100000"/>
              </a:lnSpc>
              <a:spcBef>
                <a:spcPts val="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Send Window</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Receive Window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73"/>
                                        </p:tgtEl>
                                        <p:attrNameLst>
                                          <p:attrName>style.visibility</p:attrName>
                                        </p:attrNameLst>
                                      </p:cBhvr>
                                      <p:to>
                                        <p:strVal val="visible"/>
                                      </p:to>
                                    </p:set>
                                    <p:animEffect transition="in" filter="fade">
                                      <p:cBhvr>
                                        <p:cTn id="7" dur="5000"/>
                                        <p:tgtEl>
                                          <p:spTgt spid="10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78"/>
        <p:cNvGrpSpPr/>
        <p:nvPr/>
      </p:nvGrpSpPr>
      <p:grpSpPr>
        <a:xfrm>
          <a:off x="0" y="0"/>
          <a:ext cx="0" cy="0"/>
          <a:chOff x="0" y="0"/>
          <a:chExt cx="0" cy="0"/>
        </a:xfrm>
      </p:grpSpPr>
      <p:sp>
        <p:nvSpPr>
          <p:cNvPr id="1079" name="Google Shape;1079;p51"/>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080" name="Google Shape;1080;p51"/>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51</a:t>
            </a:fld>
            <a:endParaRPr/>
          </a:p>
        </p:txBody>
      </p:sp>
      <p:sp>
        <p:nvSpPr>
          <p:cNvPr id="1081" name="Google Shape;1081;p51"/>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15.22</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Send window in TCP</a:t>
            </a:r>
            <a:endParaRPr/>
          </a:p>
        </p:txBody>
      </p:sp>
      <p:sp>
        <p:nvSpPr>
          <p:cNvPr id="1082" name="Google Shape;1082;p51"/>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83" name="Google Shape;1083;p5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84" name="Google Shape;1084;p51"/>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85" name="Google Shape;1085;p5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86" name="Google Shape;1086;p5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87" name="Google Shape;1087;p51"/>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088" name="Google Shape;1088;p5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089" name="Google Shape;1089;p51"/>
          <p:cNvPicPr preferRelativeResize="0"/>
          <p:nvPr/>
        </p:nvPicPr>
        <p:blipFill rotWithShape="1">
          <a:blip r:embed="rId3">
            <a:alphaModFix/>
          </a:blip>
          <a:srcRect/>
          <a:stretch/>
        </p:blipFill>
        <p:spPr>
          <a:xfrm>
            <a:off x="249237" y="1123950"/>
            <a:ext cx="8613775" cy="2713037"/>
          </a:xfrm>
          <a:prstGeom prst="rect">
            <a:avLst/>
          </a:prstGeom>
          <a:noFill/>
          <a:ln>
            <a:noFill/>
          </a:ln>
        </p:spPr>
      </p:pic>
      <p:pic>
        <p:nvPicPr>
          <p:cNvPr id="1090" name="Google Shape;1090;p51"/>
          <p:cNvPicPr preferRelativeResize="0"/>
          <p:nvPr/>
        </p:nvPicPr>
        <p:blipFill rotWithShape="1">
          <a:blip r:embed="rId4">
            <a:alphaModFix/>
          </a:blip>
          <a:srcRect/>
          <a:stretch/>
        </p:blipFill>
        <p:spPr>
          <a:xfrm>
            <a:off x="546100" y="4151312"/>
            <a:ext cx="8316912" cy="185261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089"/>
                                        </p:tgtEl>
                                        <p:attrNameLst>
                                          <p:attrName>style.visibility</p:attrName>
                                        </p:attrNameLst>
                                      </p:cBhvr>
                                      <p:to>
                                        <p:strVal val="visible"/>
                                      </p:to>
                                    </p:set>
                                    <p:anim calcmode="lin" valueType="num">
                                      <p:cBhvr additive="base">
                                        <p:cTn id="7" dur="500"/>
                                        <p:tgtEl>
                                          <p:spTgt spid="1089"/>
                                        </p:tgtEl>
                                        <p:attrNameLst>
                                          <p:attrName>ppt_w</p:attrName>
                                        </p:attrNameLst>
                                      </p:cBhvr>
                                      <p:tavLst>
                                        <p:tav tm="0">
                                          <p:val>
                                            <p:strVal val="0"/>
                                          </p:val>
                                        </p:tav>
                                        <p:tav tm="100000">
                                          <p:val>
                                            <p:strVal val="#ppt_w"/>
                                          </p:val>
                                        </p:tav>
                                      </p:tavLst>
                                    </p:anim>
                                    <p:anim calcmode="lin" valueType="num">
                                      <p:cBhvr additive="base">
                                        <p:cTn id="8" dur="500"/>
                                        <p:tgtEl>
                                          <p:spTgt spid="1089"/>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090"/>
                                        </p:tgtEl>
                                        <p:attrNameLst>
                                          <p:attrName>style.visibility</p:attrName>
                                        </p:attrNameLst>
                                      </p:cBhvr>
                                      <p:to>
                                        <p:strVal val="visible"/>
                                      </p:to>
                                    </p:set>
                                    <p:anim calcmode="lin" valueType="num">
                                      <p:cBhvr additive="base">
                                        <p:cTn id="13" dur="500"/>
                                        <p:tgtEl>
                                          <p:spTgt spid="1090"/>
                                        </p:tgtEl>
                                        <p:attrNameLst>
                                          <p:attrName>ppt_w</p:attrName>
                                        </p:attrNameLst>
                                      </p:cBhvr>
                                      <p:tavLst>
                                        <p:tav tm="0">
                                          <p:val>
                                            <p:strVal val="0"/>
                                          </p:val>
                                        </p:tav>
                                        <p:tav tm="100000">
                                          <p:val>
                                            <p:strVal val="#ppt_w"/>
                                          </p:val>
                                        </p:tav>
                                      </p:tavLst>
                                    </p:anim>
                                    <p:anim calcmode="lin" valueType="num">
                                      <p:cBhvr additive="base">
                                        <p:cTn id="14" dur="500"/>
                                        <p:tgtEl>
                                          <p:spTgt spid="109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95"/>
        <p:cNvGrpSpPr/>
        <p:nvPr/>
      </p:nvGrpSpPr>
      <p:grpSpPr>
        <a:xfrm>
          <a:off x="0" y="0"/>
          <a:ext cx="0" cy="0"/>
          <a:chOff x="0" y="0"/>
          <a:chExt cx="0" cy="0"/>
        </a:xfrm>
      </p:grpSpPr>
      <p:sp>
        <p:nvSpPr>
          <p:cNvPr id="1096" name="Google Shape;1096;p52"/>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097" name="Google Shape;1097;p52"/>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52</a:t>
            </a:fld>
            <a:endParaRPr/>
          </a:p>
        </p:txBody>
      </p:sp>
      <p:sp>
        <p:nvSpPr>
          <p:cNvPr id="1098" name="Google Shape;1098;p52"/>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15.23</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Receive window in TCP</a:t>
            </a:r>
            <a:endParaRPr/>
          </a:p>
        </p:txBody>
      </p:sp>
      <p:sp>
        <p:nvSpPr>
          <p:cNvPr id="1099" name="Google Shape;1099;p52"/>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00" name="Google Shape;1100;p5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01" name="Google Shape;1101;p52"/>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02" name="Google Shape;1102;p5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03" name="Google Shape;1103;p5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04" name="Google Shape;1104;p52"/>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05" name="Google Shape;1105;p5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106" name="Google Shape;1106;p52"/>
          <p:cNvPicPr preferRelativeResize="0"/>
          <p:nvPr/>
        </p:nvPicPr>
        <p:blipFill rotWithShape="1">
          <a:blip r:embed="rId3">
            <a:alphaModFix/>
          </a:blip>
          <a:srcRect/>
          <a:stretch/>
        </p:blipFill>
        <p:spPr>
          <a:xfrm>
            <a:off x="938212" y="990600"/>
            <a:ext cx="7824787" cy="5259387"/>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p53"/>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113" name="Google Shape;1113;p53"/>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53</a:t>
            </a:fld>
            <a:endParaRPr/>
          </a:p>
        </p:txBody>
      </p:sp>
      <p:sp>
        <p:nvSpPr>
          <p:cNvPr id="1114" name="Google Shape;1114;p53"/>
          <p:cNvSpPr txBox="1"/>
          <p:nvPr/>
        </p:nvSpPr>
        <p:spPr>
          <a:xfrm>
            <a:off x="0" y="0"/>
            <a:ext cx="9144000" cy="1371600"/>
          </a:xfrm>
          <a:prstGeom prst="rect">
            <a:avLst/>
          </a:prstGeom>
          <a:solidFill>
            <a:srgbClr val="33CC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15" name="Google Shape;1115;p53"/>
          <p:cNvSpPr txBox="1"/>
          <p:nvPr/>
        </p:nvSpPr>
        <p:spPr>
          <a:xfrm>
            <a:off x="228600" y="355600"/>
            <a:ext cx="5083175" cy="650875"/>
          </a:xfrm>
          <a:prstGeom prst="rect">
            <a:avLst/>
          </a:prstGeom>
          <a:solidFill>
            <a:schemeClr val="folHlink"/>
          </a:solidFill>
          <a:ln w="9525" cap="flat" cmpd="sng">
            <a:solidFill>
              <a:schemeClr val="folHlink"/>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600"/>
              <a:buFont typeface="Times"/>
              <a:buNone/>
            </a:pPr>
            <a:r>
              <a:rPr lang="en-US" sz="3600" b="1" i="0" u="none">
                <a:solidFill>
                  <a:schemeClr val="lt1"/>
                </a:solidFill>
                <a:latin typeface="Times"/>
                <a:ea typeface="Times"/>
                <a:cs typeface="Times"/>
                <a:sym typeface="Times"/>
              </a:rPr>
              <a:t>15-7  FLOW CONTROL</a:t>
            </a:r>
            <a:endParaRPr/>
          </a:p>
        </p:txBody>
      </p:sp>
      <p:sp>
        <p:nvSpPr>
          <p:cNvPr id="1116" name="Google Shape;1116;p53"/>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17" name="Google Shape;1117;p53"/>
          <p:cNvSpPr txBox="1"/>
          <p:nvPr/>
        </p:nvSpPr>
        <p:spPr>
          <a:xfrm>
            <a:off x="361950" y="1504950"/>
            <a:ext cx="8591550" cy="47894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mo"/>
              <a:buNone/>
            </a:pPr>
            <a:r>
              <a:rPr lang="en-US" sz="2800" b="1" i="0" u="none">
                <a:solidFill>
                  <a:schemeClr val="dk1"/>
                </a:solidFill>
                <a:latin typeface="Arimo"/>
                <a:ea typeface="Arimo"/>
                <a:cs typeface="Arimo"/>
                <a:sym typeface="Arimo"/>
              </a:rPr>
              <a:t>As discussed in Chapter 13, flow control balances the rate a producer creates data with the rate a consumer can use the data. TCP separates flow control from error control. In this section we discuss flow control, ignoring error control. We temporarily assume that the logical channel between the sending and receiving TCP is error-free. Figure 15.24 shows unidirectional data transfer between a sender and a receiver; bidirectional data transfer can be deduced from unidirectional one as discussed in Chapter 13.</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gradFill>
          <a:gsLst>
            <a:gs pos="0">
              <a:srgbClr val="FFFF99"/>
            </a:gs>
            <a:gs pos="100000">
              <a:srgbClr val="767647"/>
            </a:gs>
          </a:gsLst>
          <a:lin ang="0" scaled="0"/>
        </a:gradFill>
        <a:effectLst/>
      </p:bgPr>
    </p:bg>
    <p:spTree>
      <p:nvGrpSpPr>
        <p:cNvPr id="1" name="Shape 1122"/>
        <p:cNvGrpSpPr/>
        <p:nvPr/>
      </p:nvGrpSpPr>
      <p:grpSpPr>
        <a:xfrm>
          <a:off x="0" y="0"/>
          <a:ext cx="0" cy="0"/>
          <a:chOff x="0" y="0"/>
          <a:chExt cx="0" cy="0"/>
        </a:xfrm>
      </p:grpSpPr>
      <p:sp>
        <p:nvSpPr>
          <p:cNvPr id="1123" name="Google Shape;1123;p54"/>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124" name="Google Shape;1124;p54"/>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54</a:t>
            </a:fld>
            <a:endParaRPr/>
          </a:p>
        </p:txBody>
      </p:sp>
      <p:sp>
        <p:nvSpPr>
          <p:cNvPr id="1125" name="Google Shape;1125;p54"/>
          <p:cNvSpPr txBox="1"/>
          <p:nvPr/>
        </p:nvSpPr>
        <p:spPr>
          <a:xfrm>
            <a:off x="228600" y="152400"/>
            <a:ext cx="5468937"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3200"/>
              <a:buFont typeface="Times"/>
              <a:buNone/>
            </a:pPr>
            <a:r>
              <a:rPr lang="en-US" sz="3200" b="1" i="1" u="none">
                <a:solidFill>
                  <a:schemeClr val="hlink"/>
                </a:solidFill>
                <a:latin typeface="Times"/>
                <a:ea typeface="Times"/>
                <a:cs typeface="Times"/>
                <a:sym typeface="Times"/>
              </a:rPr>
              <a:t>Topics Discussed in the Section</a:t>
            </a:r>
            <a:endParaRPr/>
          </a:p>
        </p:txBody>
      </p:sp>
      <p:sp>
        <p:nvSpPr>
          <p:cNvPr id="1126" name="Google Shape;1126;p54"/>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27" name="Google Shape;1127;p54"/>
          <p:cNvSpPr txBox="1"/>
          <p:nvPr/>
        </p:nvSpPr>
        <p:spPr>
          <a:xfrm>
            <a:off x="304800" y="989012"/>
            <a:ext cx="8382000" cy="1544637"/>
          </a:xfrm>
          <a:prstGeom prst="rect">
            <a:avLst/>
          </a:prstGeom>
          <a:noFill/>
          <a:ln>
            <a:noFill/>
          </a:ln>
        </p:spPr>
        <p:txBody>
          <a:bodyPr spcFirstLastPara="1" wrap="square" lIns="91425" tIns="45700" rIns="91425" bIns="45700" anchor="t" anchorCtr="0">
            <a:spAutoFit/>
          </a:bodyPr>
          <a:lstStyle/>
          <a:p>
            <a:pPr marL="0" marR="0" lvl="0" indent="-208025" algn="l" rtl="0">
              <a:lnSpc>
                <a:spcPct val="100000"/>
              </a:lnSpc>
              <a:spcBef>
                <a:spcPts val="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Opening and Closing Windows</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Shrinking of Windows</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Silly Window Syndrome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7"/>
                                        </p:tgtEl>
                                        <p:attrNameLst>
                                          <p:attrName>style.visibility</p:attrName>
                                        </p:attrNameLst>
                                      </p:cBhvr>
                                      <p:to>
                                        <p:strVal val="visible"/>
                                      </p:to>
                                    </p:set>
                                    <p:animEffect transition="in" filter="fade">
                                      <p:cBhvr>
                                        <p:cTn id="7" dur="5000"/>
                                        <p:tgtEl>
                                          <p:spTgt spid="1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32"/>
        <p:cNvGrpSpPr/>
        <p:nvPr/>
      </p:nvGrpSpPr>
      <p:grpSpPr>
        <a:xfrm>
          <a:off x="0" y="0"/>
          <a:ext cx="0" cy="0"/>
          <a:chOff x="0" y="0"/>
          <a:chExt cx="0" cy="0"/>
        </a:xfrm>
      </p:grpSpPr>
      <p:sp>
        <p:nvSpPr>
          <p:cNvPr id="1133" name="Google Shape;1133;p55"/>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134" name="Google Shape;1134;p55"/>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55</a:t>
            </a:fld>
            <a:endParaRPr/>
          </a:p>
        </p:txBody>
      </p:sp>
      <p:sp>
        <p:nvSpPr>
          <p:cNvPr id="1135" name="Google Shape;1135;p55"/>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15.24</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TCP/IP protocol suite</a:t>
            </a:r>
            <a:endParaRPr/>
          </a:p>
        </p:txBody>
      </p:sp>
      <p:sp>
        <p:nvSpPr>
          <p:cNvPr id="1136" name="Google Shape;1136;p55"/>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37" name="Google Shape;1137;p5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38" name="Google Shape;1138;p55"/>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39" name="Google Shape;1139;p5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40" name="Google Shape;1140;p5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41" name="Google Shape;1141;p55"/>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42" name="Google Shape;1142;p5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143" name="Google Shape;1143;p55"/>
          <p:cNvPicPr preferRelativeResize="0"/>
          <p:nvPr/>
        </p:nvPicPr>
        <p:blipFill rotWithShape="1">
          <a:blip r:embed="rId3">
            <a:alphaModFix/>
          </a:blip>
          <a:srcRect/>
          <a:stretch/>
        </p:blipFill>
        <p:spPr>
          <a:xfrm>
            <a:off x="338137" y="1935162"/>
            <a:ext cx="8199437" cy="2108200"/>
          </a:xfrm>
          <a:prstGeom prst="rect">
            <a:avLst/>
          </a:prstGeom>
          <a:noFill/>
          <a:ln>
            <a:noFill/>
          </a:ln>
        </p:spPr>
      </p:pic>
      <p:pic>
        <p:nvPicPr>
          <p:cNvPr id="1144" name="Google Shape;1144;p55"/>
          <p:cNvPicPr preferRelativeResize="0"/>
          <p:nvPr/>
        </p:nvPicPr>
        <p:blipFill rotWithShape="1">
          <a:blip r:embed="rId4">
            <a:alphaModFix/>
          </a:blip>
          <a:srcRect/>
          <a:stretch/>
        </p:blipFill>
        <p:spPr>
          <a:xfrm>
            <a:off x="1036637" y="2543175"/>
            <a:ext cx="950912" cy="777875"/>
          </a:xfrm>
          <a:prstGeom prst="rect">
            <a:avLst/>
          </a:prstGeom>
          <a:noFill/>
          <a:ln>
            <a:noFill/>
          </a:ln>
        </p:spPr>
      </p:pic>
      <p:pic>
        <p:nvPicPr>
          <p:cNvPr id="1145" name="Google Shape;1145;p55"/>
          <p:cNvPicPr preferRelativeResize="0"/>
          <p:nvPr/>
        </p:nvPicPr>
        <p:blipFill rotWithShape="1">
          <a:blip r:embed="rId5">
            <a:alphaModFix/>
          </a:blip>
          <a:srcRect/>
          <a:stretch/>
        </p:blipFill>
        <p:spPr>
          <a:xfrm>
            <a:off x="2220912" y="3540125"/>
            <a:ext cx="4397375" cy="427037"/>
          </a:xfrm>
          <a:prstGeom prst="rect">
            <a:avLst/>
          </a:prstGeom>
          <a:noFill/>
          <a:ln>
            <a:noFill/>
          </a:ln>
        </p:spPr>
      </p:pic>
      <p:pic>
        <p:nvPicPr>
          <p:cNvPr id="1146" name="Google Shape;1146;p55"/>
          <p:cNvPicPr preferRelativeResize="0"/>
          <p:nvPr/>
        </p:nvPicPr>
        <p:blipFill rotWithShape="1">
          <a:blip r:embed="rId6">
            <a:alphaModFix/>
          </a:blip>
          <a:srcRect/>
          <a:stretch/>
        </p:blipFill>
        <p:spPr>
          <a:xfrm>
            <a:off x="6877050" y="2527300"/>
            <a:ext cx="877887" cy="766762"/>
          </a:xfrm>
          <a:prstGeom prst="rect">
            <a:avLst/>
          </a:prstGeom>
          <a:noFill/>
          <a:ln>
            <a:noFill/>
          </a:ln>
        </p:spPr>
      </p:pic>
      <p:pic>
        <p:nvPicPr>
          <p:cNvPr id="1147" name="Google Shape;1147;p55"/>
          <p:cNvPicPr preferRelativeResize="0"/>
          <p:nvPr/>
        </p:nvPicPr>
        <p:blipFill rotWithShape="1">
          <a:blip r:embed="rId7">
            <a:alphaModFix/>
          </a:blip>
          <a:srcRect/>
          <a:stretch/>
        </p:blipFill>
        <p:spPr>
          <a:xfrm>
            <a:off x="1681162" y="3908425"/>
            <a:ext cx="5348287" cy="668337"/>
          </a:xfrm>
          <a:prstGeom prst="rect">
            <a:avLst/>
          </a:prstGeom>
          <a:noFill/>
          <a:ln>
            <a:noFill/>
          </a:ln>
        </p:spPr>
      </p:pic>
      <p:pic>
        <p:nvPicPr>
          <p:cNvPr id="1148" name="Google Shape;1148;p55"/>
          <p:cNvPicPr preferRelativeResize="0"/>
          <p:nvPr/>
        </p:nvPicPr>
        <p:blipFill rotWithShape="1">
          <a:blip r:embed="rId8">
            <a:alphaModFix/>
          </a:blip>
          <a:srcRect/>
          <a:stretch/>
        </p:blipFill>
        <p:spPr>
          <a:xfrm>
            <a:off x="2212975" y="2344737"/>
            <a:ext cx="1462087" cy="11588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144"/>
                                        </p:tgtEl>
                                        <p:attrNameLst>
                                          <p:attrName>style.visibility</p:attrName>
                                        </p:attrNameLst>
                                      </p:cBhvr>
                                      <p:to>
                                        <p:strVal val="visible"/>
                                      </p:to>
                                    </p:set>
                                    <p:animEffect transition="in" filter="fade">
                                      <p:cBhvr>
                                        <p:cTn id="11" dur="2000"/>
                                        <p:tgtEl>
                                          <p:spTgt spid="114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45"/>
                                        </p:tgtEl>
                                        <p:attrNameLst>
                                          <p:attrName>style.visibility</p:attrName>
                                        </p:attrNameLst>
                                      </p:cBhvr>
                                      <p:to>
                                        <p:strVal val="visible"/>
                                      </p:to>
                                    </p:set>
                                    <p:animEffect transition="in" filter="fade">
                                      <p:cBhvr>
                                        <p:cTn id="16" dur="2000"/>
                                        <p:tgtEl>
                                          <p:spTgt spid="114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46"/>
                                        </p:tgtEl>
                                        <p:attrNameLst>
                                          <p:attrName>style.visibility</p:attrName>
                                        </p:attrNameLst>
                                      </p:cBhvr>
                                      <p:to>
                                        <p:strVal val="visible"/>
                                      </p:to>
                                    </p:set>
                                    <p:animEffect transition="in" filter="fade">
                                      <p:cBhvr>
                                        <p:cTn id="21" dur="2000"/>
                                        <p:tgtEl>
                                          <p:spTgt spid="114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147"/>
                                        </p:tgtEl>
                                        <p:attrNameLst>
                                          <p:attrName>style.visibility</p:attrName>
                                        </p:attrNameLst>
                                      </p:cBhvr>
                                      <p:to>
                                        <p:strVal val="visible"/>
                                      </p:to>
                                    </p:set>
                                    <p:animEffect transition="in" filter="fade">
                                      <p:cBhvr>
                                        <p:cTn id="26" dur="2000"/>
                                        <p:tgtEl>
                                          <p:spTgt spid="114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148"/>
                                        </p:tgtEl>
                                        <p:attrNameLst>
                                          <p:attrName>style.visibility</p:attrName>
                                        </p:attrNameLst>
                                      </p:cBhvr>
                                      <p:to>
                                        <p:strVal val="visible"/>
                                      </p:to>
                                    </p:set>
                                    <p:animEffect transition="in" filter="fade">
                                      <p:cBhvr>
                                        <p:cTn id="31" dur="2000"/>
                                        <p:tgtEl>
                                          <p:spTgt spid="1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53"/>
        <p:cNvGrpSpPr/>
        <p:nvPr/>
      </p:nvGrpSpPr>
      <p:grpSpPr>
        <a:xfrm>
          <a:off x="0" y="0"/>
          <a:ext cx="0" cy="0"/>
          <a:chOff x="0" y="0"/>
          <a:chExt cx="0" cy="0"/>
        </a:xfrm>
      </p:grpSpPr>
      <p:sp>
        <p:nvSpPr>
          <p:cNvPr id="1154" name="Google Shape;1154;p56"/>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155" name="Google Shape;1155;p56"/>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56</a:t>
            </a:fld>
            <a:endParaRPr/>
          </a:p>
        </p:txBody>
      </p:sp>
      <p:sp>
        <p:nvSpPr>
          <p:cNvPr id="1156" name="Google Shape;1156;p56"/>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15.25</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An example of flow control</a:t>
            </a:r>
            <a:endParaRPr/>
          </a:p>
        </p:txBody>
      </p:sp>
      <p:sp>
        <p:nvSpPr>
          <p:cNvPr id="1157" name="Google Shape;1157;p56"/>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58" name="Google Shape;1158;p5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59" name="Google Shape;1159;p56"/>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60" name="Google Shape;1160;p5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61" name="Google Shape;1161;p5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62" name="Google Shape;1162;p56"/>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63" name="Google Shape;1163;p5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164" name="Google Shape;1164;p56"/>
          <p:cNvPicPr preferRelativeResize="0"/>
          <p:nvPr/>
        </p:nvPicPr>
        <p:blipFill rotWithShape="1">
          <a:blip r:embed="rId3">
            <a:alphaModFix/>
          </a:blip>
          <a:srcRect/>
          <a:stretch/>
        </p:blipFill>
        <p:spPr>
          <a:xfrm>
            <a:off x="1598612" y="762000"/>
            <a:ext cx="5868987" cy="55626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69"/>
        <p:cNvGrpSpPr/>
        <p:nvPr/>
      </p:nvGrpSpPr>
      <p:grpSpPr>
        <a:xfrm>
          <a:off x="0" y="0"/>
          <a:ext cx="0" cy="0"/>
          <a:chOff x="0" y="0"/>
          <a:chExt cx="0" cy="0"/>
        </a:xfrm>
      </p:grpSpPr>
      <p:sp>
        <p:nvSpPr>
          <p:cNvPr id="1170" name="Google Shape;1170;p57"/>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171" name="Google Shape;1171;p57"/>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57</a:t>
            </a:fld>
            <a:endParaRPr/>
          </a:p>
        </p:txBody>
      </p:sp>
      <p:sp>
        <p:nvSpPr>
          <p:cNvPr id="1172" name="Google Shape;1172;p57"/>
          <p:cNvSpPr txBox="1"/>
          <p:nvPr/>
        </p:nvSpPr>
        <p:spPr>
          <a:xfrm>
            <a:off x="66675" y="658812"/>
            <a:ext cx="8924925" cy="593407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Arimo"/>
              <a:buNone/>
            </a:pPr>
            <a:r>
              <a:rPr lang="en-US" sz="2400" b="1" i="0" u="none">
                <a:solidFill>
                  <a:schemeClr val="dk1"/>
                </a:solidFill>
                <a:latin typeface="Arimo"/>
                <a:ea typeface="Arimo"/>
                <a:cs typeface="Arimo"/>
                <a:sym typeface="Arimo"/>
              </a:rPr>
              <a:t>Figure 15.26 shows the reason for the mandate in window shrinking. Part a of the figure shows values of last acknowledgment and </a:t>
            </a:r>
            <a:r>
              <a:rPr lang="en-US" sz="2400" b="1" i="1" u="none">
                <a:solidFill>
                  <a:schemeClr val="dk1"/>
                </a:solidFill>
                <a:latin typeface="Arimo"/>
                <a:ea typeface="Arimo"/>
                <a:cs typeface="Arimo"/>
                <a:sym typeface="Arimo"/>
              </a:rPr>
              <a:t>rwnd</a:t>
            </a:r>
            <a:r>
              <a:rPr lang="en-US" sz="2400" b="1" i="0" u="none">
                <a:solidFill>
                  <a:schemeClr val="dk1"/>
                </a:solidFill>
                <a:latin typeface="Arimo"/>
                <a:ea typeface="Arimo"/>
                <a:cs typeface="Arimo"/>
                <a:sym typeface="Arimo"/>
              </a:rPr>
              <a:t>. Part b shows the situation in which the sender has sent bytes 206 to 214. Bytes 206 to 209 are acknowledged and purged. The new advertisement, however, defines the new value of </a:t>
            </a:r>
            <a:r>
              <a:rPr lang="en-US" sz="2400" b="1" i="1" u="none">
                <a:solidFill>
                  <a:schemeClr val="dk1"/>
                </a:solidFill>
                <a:latin typeface="Arimo"/>
                <a:ea typeface="Arimo"/>
                <a:cs typeface="Arimo"/>
                <a:sym typeface="Arimo"/>
              </a:rPr>
              <a:t>rwnd</a:t>
            </a:r>
            <a:r>
              <a:rPr lang="en-US" sz="2400" b="1" i="0" u="none">
                <a:solidFill>
                  <a:schemeClr val="dk1"/>
                </a:solidFill>
                <a:latin typeface="Arimo"/>
                <a:ea typeface="Arimo"/>
                <a:cs typeface="Arimo"/>
                <a:sym typeface="Arimo"/>
              </a:rPr>
              <a:t> as 4, in which 210 + 4 &lt; 206 + 12. When the send window shrinks, it creates a problem: byte 214 which has been already sent is outside the window. The relation discussed before forces the receiver to maintain the right-hand wall of the window to be as shown in part a because the receiver does not know which of the bytes 210 to 217 has already been sent. One way to prevent this situation is to let the receiver postpone its feedback until enough buffer locations are available in its window. In other words, the receiver should wait until more bytes are consumed by its process.</a:t>
            </a:r>
            <a:endParaRPr/>
          </a:p>
        </p:txBody>
      </p:sp>
      <p:grpSp>
        <p:nvGrpSpPr>
          <p:cNvPr id="1173" name="Google Shape;1173;p57"/>
          <p:cNvGrpSpPr/>
          <p:nvPr/>
        </p:nvGrpSpPr>
        <p:grpSpPr>
          <a:xfrm>
            <a:off x="0" y="0"/>
            <a:ext cx="9144000" cy="609600"/>
            <a:chOff x="0" y="2448"/>
            <a:chExt cx="5760" cy="384"/>
          </a:xfrm>
        </p:grpSpPr>
        <p:sp>
          <p:nvSpPr>
            <p:cNvPr id="1174" name="Google Shape;1174;p57"/>
            <p:cNvSpPr txBox="1"/>
            <p:nvPr/>
          </p:nvSpPr>
          <p:spPr>
            <a:xfrm>
              <a:off x="0" y="2448"/>
              <a:ext cx="5760" cy="384"/>
            </a:xfrm>
            <a:prstGeom prst="rect">
              <a:avLst/>
            </a:prstGeom>
            <a:solidFill>
              <a:srgbClr val="2CB843"/>
            </a:solidFill>
            <a:ln w="9525"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75" name="Google Shape;1175;p57"/>
            <p:cNvSpPr txBox="1"/>
            <p:nvPr/>
          </p:nvSpPr>
          <p:spPr>
            <a:xfrm>
              <a:off x="0" y="2448"/>
              <a:ext cx="1595" cy="365"/>
            </a:xfrm>
            <a:prstGeom prst="rect">
              <a:avLst/>
            </a:prstGeom>
            <a:solidFill>
              <a:srgbClr val="2CB84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200"/>
                <a:buFont typeface="Times New Roman"/>
                <a:buNone/>
              </a:pPr>
              <a:r>
                <a:rPr lang="en-US" sz="3200" b="1" i="0" u="none">
                  <a:solidFill>
                    <a:schemeClr val="lt1"/>
                  </a:solidFill>
                  <a:latin typeface="Times New Roman"/>
                  <a:ea typeface="Times New Roman"/>
                  <a:cs typeface="Times New Roman"/>
                  <a:sym typeface="Times New Roman"/>
                </a:rPr>
                <a:t>Example 15.2</a:t>
              </a:r>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80"/>
        <p:cNvGrpSpPr/>
        <p:nvPr/>
      </p:nvGrpSpPr>
      <p:grpSpPr>
        <a:xfrm>
          <a:off x="0" y="0"/>
          <a:ext cx="0" cy="0"/>
          <a:chOff x="0" y="0"/>
          <a:chExt cx="0" cy="0"/>
        </a:xfrm>
      </p:grpSpPr>
      <p:sp>
        <p:nvSpPr>
          <p:cNvPr id="1181" name="Google Shape;1181;p58"/>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182" name="Google Shape;1182;p58"/>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58</a:t>
            </a:fld>
            <a:endParaRPr/>
          </a:p>
        </p:txBody>
      </p:sp>
      <p:sp>
        <p:nvSpPr>
          <p:cNvPr id="1183" name="Google Shape;1183;p58"/>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15.26</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Example 15.2</a:t>
            </a:r>
            <a:endParaRPr/>
          </a:p>
        </p:txBody>
      </p:sp>
      <p:sp>
        <p:nvSpPr>
          <p:cNvPr id="1184" name="Google Shape;1184;p58"/>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85" name="Google Shape;1185;p5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86" name="Google Shape;1186;p58"/>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87" name="Google Shape;1187;p5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88" name="Google Shape;1188;p5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89" name="Google Shape;1189;p58"/>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190" name="Google Shape;1190;p5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191" name="Google Shape;1191;p58"/>
          <p:cNvPicPr preferRelativeResize="0"/>
          <p:nvPr/>
        </p:nvPicPr>
        <p:blipFill rotWithShape="1">
          <a:blip r:embed="rId3">
            <a:alphaModFix/>
          </a:blip>
          <a:srcRect/>
          <a:stretch/>
        </p:blipFill>
        <p:spPr>
          <a:xfrm>
            <a:off x="663575" y="1412875"/>
            <a:ext cx="7897812" cy="2092325"/>
          </a:xfrm>
          <a:prstGeom prst="rect">
            <a:avLst/>
          </a:prstGeom>
          <a:noFill/>
          <a:ln>
            <a:noFill/>
          </a:ln>
        </p:spPr>
      </p:pic>
      <p:pic>
        <p:nvPicPr>
          <p:cNvPr id="1192" name="Google Shape;1192;p58"/>
          <p:cNvPicPr preferRelativeResize="0"/>
          <p:nvPr/>
        </p:nvPicPr>
        <p:blipFill rotWithShape="1">
          <a:blip r:embed="rId4">
            <a:alphaModFix/>
          </a:blip>
          <a:srcRect/>
          <a:stretch/>
        </p:blipFill>
        <p:spPr>
          <a:xfrm>
            <a:off x="665162" y="3981450"/>
            <a:ext cx="7897812" cy="2252662"/>
          </a:xfrm>
          <a:prstGeom prst="rect">
            <a:avLst/>
          </a:prstGeom>
          <a:noFill/>
          <a:ln>
            <a:noFill/>
          </a:ln>
        </p:spPr>
      </p:pic>
      <p:sp>
        <p:nvSpPr>
          <p:cNvPr id="1193" name="Google Shape;1193;p58"/>
          <p:cNvSpPr txBox="1"/>
          <p:nvPr/>
        </p:nvSpPr>
        <p:spPr>
          <a:xfrm>
            <a:off x="4152900" y="5691187"/>
            <a:ext cx="341312" cy="215900"/>
          </a:xfrm>
          <a:prstGeom prst="rect">
            <a:avLst/>
          </a:prstGeom>
          <a:solidFill>
            <a:schemeClr val="lt1"/>
          </a:solid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0000"/>
              </a:buClr>
              <a:buSzPts val="1400"/>
              <a:buFont typeface="Tahoma"/>
              <a:buNone/>
            </a:pPr>
            <a:r>
              <a:rPr lang="en-US" sz="1400" b="1" i="0" u="none">
                <a:solidFill>
                  <a:srgbClr val="FF0000"/>
                </a:solidFill>
                <a:latin typeface="Tahoma"/>
                <a:ea typeface="Tahoma"/>
                <a:cs typeface="Tahoma"/>
                <a:sym typeface="Tahoma"/>
              </a:rPr>
              <a:t>210</a:t>
            </a:r>
            <a:endParaRPr/>
          </a:p>
        </p:txBody>
      </p:sp>
      <p:sp>
        <p:nvSpPr>
          <p:cNvPr id="1194" name="Google Shape;1194;p58"/>
          <p:cNvSpPr txBox="1"/>
          <p:nvPr/>
        </p:nvSpPr>
        <p:spPr>
          <a:xfrm>
            <a:off x="1671637" y="668337"/>
            <a:ext cx="6086475"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FF"/>
              </a:buClr>
              <a:buSzPts val="1600"/>
              <a:buFont typeface="Tahoma"/>
              <a:buNone/>
            </a:pPr>
            <a:r>
              <a:rPr lang="en-US" sz="1600" b="1" i="0" u="none">
                <a:solidFill>
                  <a:srgbClr val="0000FF"/>
                </a:solidFill>
                <a:latin typeface="Tahoma"/>
                <a:ea typeface="Tahoma"/>
                <a:cs typeface="Tahoma"/>
                <a:sym typeface="Tahoma"/>
              </a:rPr>
              <a:t>Prevent the shrinking of the send window: </a:t>
            </a:r>
            <a:endParaRPr/>
          </a:p>
          <a:p>
            <a:pPr marL="0" marR="0" lvl="0" indent="0" algn="ctr" rtl="0">
              <a:lnSpc>
                <a:spcPct val="100000"/>
              </a:lnSpc>
              <a:spcBef>
                <a:spcPts val="0"/>
              </a:spcBef>
              <a:spcAft>
                <a:spcPts val="0"/>
              </a:spcAft>
              <a:buClr>
                <a:srgbClr val="FF0000"/>
              </a:buClr>
              <a:buSzPts val="1600"/>
              <a:buFont typeface="Tahoma"/>
              <a:buNone/>
            </a:pPr>
            <a:r>
              <a:rPr lang="en-US" sz="1600" b="1" i="0" u="none">
                <a:solidFill>
                  <a:srgbClr val="FF0000"/>
                </a:solidFill>
                <a:latin typeface="Tahoma"/>
                <a:ea typeface="Tahoma"/>
                <a:cs typeface="Tahoma"/>
                <a:sym typeface="Tahoma"/>
              </a:rPr>
              <a:t>new ackNo + new rwnd &gt;= last ackNo + last rwnd</a:t>
            </a:r>
            <a:endParaRPr/>
          </a:p>
        </p:txBody>
      </p:sp>
      <p:sp>
        <p:nvSpPr>
          <p:cNvPr id="1195" name="Google Shape;1195;p58"/>
          <p:cNvSpPr txBox="1"/>
          <p:nvPr/>
        </p:nvSpPr>
        <p:spPr>
          <a:xfrm>
            <a:off x="5575300" y="4421187"/>
            <a:ext cx="315912"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FF"/>
              </a:buClr>
              <a:buSzPts val="2000"/>
              <a:buFont typeface="Tahoma"/>
              <a:buNone/>
            </a:pPr>
            <a:r>
              <a:rPr lang="en-US" sz="2000" b="1" i="0" u="none">
                <a:solidFill>
                  <a:srgbClr val="0000FF"/>
                </a:solidFill>
                <a:latin typeface="Tahoma"/>
                <a:ea typeface="Tahoma"/>
                <a:cs typeface="Tahoma"/>
                <a:sym typeface="Tahoma"/>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191"/>
                                        </p:tgtEl>
                                        <p:attrNameLst>
                                          <p:attrName>style.visibility</p:attrName>
                                        </p:attrNameLst>
                                      </p:cBhvr>
                                      <p:to>
                                        <p:strVal val="visible"/>
                                      </p:to>
                                    </p:set>
                                    <p:anim calcmode="lin" valueType="num">
                                      <p:cBhvr additive="base">
                                        <p:cTn id="7" dur="500"/>
                                        <p:tgtEl>
                                          <p:spTgt spid="1191"/>
                                        </p:tgtEl>
                                        <p:attrNameLst>
                                          <p:attrName>ppt_w</p:attrName>
                                        </p:attrNameLst>
                                      </p:cBhvr>
                                      <p:tavLst>
                                        <p:tav tm="0">
                                          <p:val>
                                            <p:strVal val="0"/>
                                          </p:val>
                                        </p:tav>
                                        <p:tav tm="100000">
                                          <p:val>
                                            <p:strVal val="#ppt_w"/>
                                          </p:val>
                                        </p:tav>
                                      </p:tavLst>
                                    </p:anim>
                                    <p:anim calcmode="lin" valueType="num">
                                      <p:cBhvr additive="base">
                                        <p:cTn id="8" dur="500"/>
                                        <p:tgtEl>
                                          <p:spTgt spid="1191"/>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192"/>
                                        </p:tgtEl>
                                        <p:attrNameLst>
                                          <p:attrName>style.visibility</p:attrName>
                                        </p:attrNameLst>
                                      </p:cBhvr>
                                      <p:to>
                                        <p:strVal val="visible"/>
                                      </p:to>
                                    </p:set>
                                    <p:anim calcmode="lin" valueType="num">
                                      <p:cBhvr additive="base">
                                        <p:cTn id="13" dur="500"/>
                                        <p:tgtEl>
                                          <p:spTgt spid="1192"/>
                                        </p:tgtEl>
                                        <p:attrNameLst>
                                          <p:attrName>ppt_w</p:attrName>
                                        </p:attrNameLst>
                                      </p:cBhvr>
                                      <p:tavLst>
                                        <p:tav tm="0">
                                          <p:val>
                                            <p:strVal val="0"/>
                                          </p:val>
                                        </p:tav>
                                        <p:tav tm="100000">
                                          <p:val>
                                            <p:strVal val="#ppt_w"/>
                                          </p:val>
                                        </p:tav>
                                      </p:tavLst>
                                    </p:anim>
                                    <p:anim calcmode="lin" valueType="num">
                                      <p:cBhvr additive="base">
                                        <p:cTn id="14" dur="500"/>
                                        <p:tgtEl>
                                          <p:spTgt spid="119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99"/>
        <p:cNvGrpSpPr/>
        <p:nvPr/>
      </p:nvGrpSpPr>
      <p:grpSpPr>
        <a:xfrm>
          <a:off x="0" y="0"/>
          <a:ext cx="0" cy="0"/>
          <a:chOff x="0" y="0"/>
          <a:chExt cx="0" cy="0"/>
        </a:xfrm>
      </p:grpSpPr>
      <p:sp>
        <p:nvSpPr>
          <p:cNvPr id="1200" name="Google Shape;1200;p59"/>
          <p:cNvSpPr txBox="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400"/>
              <a:buFont typeface="Comic Sans MS"/>
              <a:buNone/>
            </a:pPr>
            <a:r>
              <a:rPr lang="en-US" sz="1400" b="0" i="0" u="none">
                <a:solidFill>
                  <a:schemeClr val="dk1"/>
                </a:solidFill>
                <a:latin typeface="Comic Sans MS"/>
                <a:ea typeface="Comic Sans MS"/>
                <a:cs typeface="Comic Sans MS"/>
                <a:sym typeface="Comic Sans MS"/>
              </a:rPr>
              <a:t>TCP/IP Protocol Suite</a:t>
            </a:r>
            <a:endParaRPr/>
          </a:p>
        </p:txBody>
      </p:sp>
      <p:sp>
        <p:nvSpPr>
          <p:cNvPr id="1201" name="Google Shape;1201;p59"/>
          <p:cNvSpPr txBox="1"/>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Comic Sans MS"/>
              <a:buNone/>
            </a:pPr>
            <a:fld id="{00000000-1234-1234-1234-123412341234}" type="slidenum">
              <a:rPr lang="en-US" sz="1400" b="0" i="0" u="none">
                <a:solidFill>
                  <a:schemeClr val="dk1"/>
                </a:solidFill>
                <a:latin typeface="Comic Sans MS"/>
                <a:ea typeface="Comic Sans MS"/>
                <a:cs typeface="Comic Sans MS"/>
                <a:sym typeface="Comic Sans MS"/>
              </a:rPr>
              <a:t>59</a:t>
            </a:fld>
            <a:endParaRPr/>
          </a:p>
        </p:txBody>
      </p:sp>
      <p:sp>
        <p:nvSpPr>
          <p:cNvPr id="1202" name="Google Shape;1202;p59"/>
          <p:cNvSpPr txBox="1">
            <a:spLocks noGrp="1"/>
          </p:cNvSpPr>
          <p:nvPr>
            <p:ph type="title"/>
          </p:nvPr>
        </p:nvSpPr>
        <p:spPr>
          <a:xfrm>
            <a:off x="685800" y="228600"/>
            <a:ext cx="6870700" cy="83661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0000CC"/>
              </a:buClr>
              <a:buSzPts val="4000"/>
              <a:buFont typeface="Comic Sans MS"/>
              <a:buNone/>
            </a:pPr>
            <a:r>
              <a:rPr lang="en-US" sz="4000" b="1" i="0" u="none">
                <a:solidFill>
                  <a:srgbClr val="0000CC"/>
                </a:solidFill>
                <a:latin typeface="Comic Sans MS"/>
                <a:ea typeface="Comic Sans MS"/>
                <a:cs typeface="Comic Sans MS"/>
                <a:sym typeface="Comic Sans MS"/>
              </a:rPr>
              <a:t>Silly Window Syndrome (1)</a:t>
            </a:r>
            <a:endParaRPr/>
          </a:p>
        </p:txBody>
      </p:sp>
      <p:sp>
        <p:nvSpPr>
          <p:cNvPr id="1203" name="Google Shape;1203;p59"/>
          <p:cNvSpPr txBox="1">
            <a:spLocks noGrp="1"/>
          </p:cNvSpPr>
          <p:nvPr>
            <p:ph type="body" idx="1"/>
          </p:nvPr>
        </p:nvSpPr>
        <p:spPr>
          <a:xfrm>
            <a:off x="685800" y="1219200"/>
            <a:ext cx="7696200" cy="4800600"/>
          </a:xfrm>
          <a:prstGeom prst="rect">
            <a:avLst/>
          </a:prstGeom>
          <a:noFill/>
          <a:ln>
            <a:noFill/>
          </a:ln>
        </p:spPr>
        <p:txBody>
          <a:bodyPr spcFirstLastPara="1" wrap="square" lIns="91425" tIns="45700" rIns="91425" bIns="45700" anchor="t" anchorCtr="0">
            <a:noAutofit/>
          </a:bodyPr>
          <a:lstStyle/>
          <a:p>
            <a:pPr marL="365125" lvl="0" indent="-365125" algn="l" rtl="0">
              <a:lnSpc>
                <a:spcPct val="100000"/>
              </a:lnSpc>
              <a:spcBef>
                <a:spcPts val="0"/>
              </a:spcBef>
              <a:spcAft>
                <a:spcPts val="0"/>
              </a:spcAft>
              <a:buClr>
                <a:schemeClr val="dk1"/>
              </a:buClr>
              <a:buSzPts val="2800"/>
              <a:buFont typeface="Noto Sans Symbols"/>
              <a:buChar char="⮚"/>
            </a:pPr>
            <a:r>
              <a:rPr lang="en-US" sz="2800" b="1" i="0" u="none">
                <a:solidFill>
                  <a:schemeClr val="dk2"/>
                </a:solidFill>
                <a:latin typeface="Comic Sans MS"/>
                <a:ea typeface="Comic Sans MS"/>
                <a:cs typeface="Comic Sans MS"/>
                <a:sym typeface="Comic Sans MS"/>
              </a:rPr>
              <a:t>Sending data in very small segments</a:t>
            </a:r>
            <a:endParaRPr/>
          </a:p>
          <a:p>
            <a:pPr marL="365125" lvl="0" indent="-365125" algn="l" rtl="0">
              <a:lnSpc>
                <a:spcPct val="100000"/>
              </a:lnSpc>
              <a:spcBef>
                <a:spcPts val="560"/>
              </a:spcBef>
              <a:spcAft>
                <a:spcPts val="0"/>
              </a:spcAft>
              <a:buClr>
                <a:schemeClr val="lt2"/>
              </a:buClr>
              <a:buSzPts val="2800"/>
              <a:buFont typeface="Comic Sans MS"/>
              <a:buAutoNum type="arabicPeriod"/>
            </a:pPr>
            <a:r>
              <a:rPr lang="en-US" sz="2800" b="0" i="0" u="none">
                <a:solidFill>
                  <a:schemeClr val="lt2"/>
                </a:solidFill>
                <a:latin typeface="Comic Sans MS"/>
                <a:ea typeface="Comic Sans MS"/>
                <a:cs typeface="Comic Sans MS"/>
                <a:sym typeface="Comic Sans MS"/>
              </a:rPr>
              <a:t>Syndrome created by the Sender</a:t>
            </a:r>
            <a:endParaRPr/>
          </a:p>
          <a:p>
            <a:pPr marL="808037" lvl="1" indent="-263524" algn="l" rtl="0">
              <a:lnSpc>
                <a:spcPct val="100000"/>
              </a:lnSpc>
              <a:spcBef>
                <a:spcPts val="48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Sending application program creates data slowly (e.g. 1 byte at a time)</a:t>
            </a:r>
            <a:endParaRPr/>
          </a:p>
          <a:p>
            <a:pPr marL="808037" lvl="1" indent="-263524" algn="l" rtl="0">
              <a:lnSpc>
                <a:spcPct val="100000"/>
              </a:lnSpc>
              <a:spcBef>
                <a:spcPts val="48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Wait and collect data to send in a larger block</a:t>
            </a:r>
            <a:endParaRPr/>
          </a:p>
          <a:p>
            <a:pPr marL="808037" lvl="1" indent="-263524" algn="l" rtl="0">
              <a:lnSpc>
                <a:spcPct val="100000"/>
              </a:lnSpc>
              <a:spcBef>
                <a:spcPts val="48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How long should the sending TCP wait?</a:t>
            </a:r>
            <a:endParaRPr/>
          </a:p>
          <a:p>
            <a:pPr marL="808037" lvl="1" indent="-263524" algn="l" rtl="0">
              <a:lnSpc>
                <a:spcPct val="100000"/>
              </a:lnSpc>
              <a:spcBef>
                <a:spcPts val="48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Solution: </a:t>
            </a:r>
            <a:r>
              <a:rPr lang="en-US" sz="2400" b="0" i="0" u="none">
                <a:solidFill>
                  <a:schemeClr val="dk2"/>
                </a:solidFill>
                <a:latin typeface="Comic Sans MS"/>
                <a:ea typeface="Comic Sans MS"/>
                <a:cs typeface="Comic Sans MS"/>
                <a:sym typeface="Comic Sans MS"/>
              </a:rPr>
              <a:t>Nagle</a:t>
            </a:r>
            <a:r>
              <a:rPr lang="en-US" sz="2400" b="0" i="0" u="none">
                <a:solidFill>
                  <a:schemeClr val="dk2"/>
                </a:solidFill>
                <a:latin typeface="Tahoma"/>
                <a:ea typeface="Tahoma"/>
                <a:cs typeface="Tahoma"/>
                <a:sym typeface="Tahoma"/>
              </a:rPr>
              <a:t>’</a:t>
            </a:r>
            <a:r>
              <a:rPr lang="en-US" sz="2400" b="0" i="0" u="none">
                <a:solidFill>
                  <a:schemeClr val="dk2"/>
                </a:solidFill>
                <a:latin typeface="Comic Sans MS"/>
                <a:ea typeface="Comic Sans MS"/>
                <a:cs typeface="Comic Sans MS"/>
                <a:sym typeface="Comic Sans MS"/>
              </a:rPr>
              <a:t>s algorithm</a:t>
            </a:r>
            <a:endParaRPr/>
          </a:p>
          <a:p>
            <a:pPr marL="808037" lvl="1" indent="-263524" algn="l" rtl="0">
              <a:lnSpc>
                <a:spcPct val="100000"/>
              </a:lnSpc>
              <a:spcBef>
                <a:spcPts val="48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Nagle</a:t>
            </a:r>
            <a:r>
              <a:rPr lang="en-US" sz="2400" b="0" i="0" u="none">
                <a:solidFill>
                  <a:schemeClr val="dk1"/>
                </a:solidFill>
                <a:latin typeface="Tahoma"/>
                <a:ea typeface="Tahoma"/>
                <a:cs typeface="Tahoma"/>
                <a:sym typeface="Tahoma"/>
              </a:rPr>
              <a:t>’</a:t>
            </a:r>
            <a:r>
              <a:rPr lang="en-US" sz="2400" b="0" i="0" u="none">
                <a:solidFill>
                  <a:schemeClr val="dk1"/>
                </a:solidFill>
                <a:latin typeface="Comic Sans MS"/>
                <a:ea typeface="Comic Sans MS"/>
                <a:cs typeface="Comic Sans MS"/>
                <a:sym typeface="Comic Sans MS"/>
              </a:rPr>
              <a:t>s algorithm takes into account (1) </a:t>
            </a:r>
            <a:r>
              <a:rPr lang="en-US" sz="2400" b="0" i="0" u="none">
                <a:solidFill>
                  <a:srgbClr val="0000CC"/>
                </a:solidFill>
                <a:latin typeface="Comic Sans MS"/>
                <a:ea typeface="Comic Sans MS"/>
                <a:cs typeface="Comic Sans MS"/>
                <a:sym typeface="Comic Sans MS"/>
              </a:rPr>
              <a:t>the speed of the application program</a:t>
            </a:r>
            <a:r>
              <a:rPr lang="en-US" sz="2400" b="0" i="0" u="none">
                <a:solidFill>
                  <a:schemeClr val="dk1"/>
                </a:solidFill>
                <a:latin typeface="Comic Sans MS"/>
                <a:ea typeface="Comic Sans MS"/>
                <a:cs typeface="Comic Sans MS"/>
                <a:sym typeface="Comic Sans MS"/>
              </a:rPr>
              <a:t> that creates the data, and (2) </a:t>
            </a:r>
            <a:r>
              <a:rPr lang="en-US" sz="2400" b="0" i="0" u="none">
                <a:solidFill>
                  <a:srgbClr val="0000CC"/>
                </a:solidFill>
                <a:latin typeface="Comic Sans MS"/>
                <a:ea typeface="Comic Sans MS"/>
                <a:cs typeface="Comic Sans MS"/>
                <a:sym typeface="Comic Sans MS"/>
              </a:rPr>
              <a:t>the speed of the network</a:t>
            </a:r>
            <a:r>
              <a:rPr lang="en-US" sz="2400" b="0" i="0" u="none">
                <a:solidFill>
                  <a:schemeClr val="dk1"/>
                </a:solidFill>
                <a:latin typeface="Comic Sans MS"/>
                <a:ea typeface="Comic Sans MS"/>
                <a:cs typeface="Comic Sans MS"/>
                <a:sym typeface="Comic Sans MS"/>
              </a:rPr>
              <a:t> that transports the data</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207"/>
        <p:cNvGrpSpPr/>
        <p:nvPr/>
      </p:nvGrpSpPr>
      <p:grpSpPr>
        <a:xfrm>
          <a:off x="0" y="0"/>
          <a:ext cx="0" cy="0"/>
          <a:chOff x="0" y="0"/>
          <a:chExt cx="0" cy="0"/>
        </a:xfrm>
      </p:grpSpPr>
      <p:sp>
        <p:nvSpPr>
          <p:cNvPr id="1208" name="Google Shape;1208;p60"/>
          <p:cNvSpPr txBox="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400"/>
              <a:buFont typeface="Comic Sans MS"/>
              <a:buNone/>
            </a:pPr>
            <a:r>
              <a:rPr lang="en-US" sz="1400" b="0" i="0" u="none">
                <a:solidFill>
                  <a:schemeClr val="dk1"/>
                </a:solidFill>
                <a:latin typeface="Comic Sans MS"/>
                <a:ea typeface="Comic Sans MS"/>
                <a:cs typeface="Comic Sans MS"/>
                <a:sym typeface="Comic Sans MS"/>
              </a:rPr>
              <a:t>TCP/IP Protocol Suite</a:t>
            </a:r>
            <a:endParaRPr/>
          </a:p>
        </p:txBody>
      </p:sp>
      <p:sp>
        <p:nvSpPr>
          <p:cNvPr id="1209" name="Google Shape;1209;p60"/>
          <p:cNvSpPr txBox="1"/>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Comic Sans MS"/>
              <a:buNone/>
            </a:pPr>
            <a:fld id="{00000000-1234-1234-1234-123412341234}" type="slidenum">
              <a:rPr lang="en-US" sz="1400" b="0" i="0" u="none">
                <a:solidFill>
                  <a:schemeClr val="dk1"/>
                </a:solidFill>
                <a:latin typeface="Comic Sans MS"/>
                <a:ea typeface="Comic Sans MS"/>
                <a:cs typeface="Comic Sans MS"/>
                <a:sym typeface="Comic Sans MS"/>
              </a:rPr>
              <a:t>60</a:t>
            </a:fld>
            <a:endParaRPr/>
          </a:p>
        </p:txBody>
      </p:sp>
      <p:sp>
        <p:nvSpPr>
          <p:cNvPr id="1210" name="Google Shape;1210;p60"/>
          <p:cNvSpPr txBox="1">
            <a:spLocks noGrp="1"/>
          </p:cNvSpPr>
          <p:nvPr>
            <p:ph type="title"/>
          </p:nvPr>
        </p:nvSpPr>
        <p:spPr>
          <a:xfrm>
            <a:off x="685800" y="228600"/>
            <a:ext cx="6870700" cy="83661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0000CC"/>
              </a:buClr>
              <a:buSzPts val="4000"/>
              <a:buFont typeface="Comic Sans MS"/>
              <a:buNone/>
            </a:pPr>
            <a:r>
              <a:rPr lang="en-US" sz="4000" b="1" i="0" u="none">
                <a:solidFill>
                  <a:srgbClr val="0000CC"/>
                </a:solidFill>
                <a:latin typeface="Comic Sans MS"/>
                <a:ea typeface="Comic Sans MS"/>
                <a:cs typeface="Comic Sans MS"/>
                <a:sym typeface="Comic Sans MS"/>
              </a:rPr>
              <a:t>Silly Window Syndrome (2)</a:t>
            </a:r>
            <a:endParaRPr/>
          </a:p>
        </p:txBody>
      </p:sp>
      <p:sp>
        <p:nvSpPr>
          <p:cNvPr id="1211" name="Google Shape;1211;p60"/>
          <p:cNvSpPr txBox="1">
            <a:spLocks noGrp="1"/>
          </p:cNvSpPr>
          <p:nvPr>
            <p:ph type="body" idx="1"/>
          </p:nvPr>
        </p:nvSpPr>
        <p:spPr>
          <a:xfrm>
            <a:off x="685800" y="1219200"/>
            <a:ext cx="7696200" cy="4343400"/>
          </a:xfrm>
          <a:prstGeom prst="rect">
            <a:avLst/>
          </a:prstGeom>
          <a:noFill/>
          <a:ln>
            <a:noFill/>
          </a:ln>
        </p:spPr>
        <p:txBody>
          <a:bodyPr spcFirstLastPara="1" wrap="square" lIns="91425" tIns="45700" rIns="91425" bIns="45700" anchor="t" anchorCtr="0">
            <a:noAutofit/>
          </a:bodyPr>
          <a:lstStyle/>
          <a:p>
            <a:pPr marL="365125" lvl="0" indent="-365125" algn="l" rtl="0">
              <a:lnSpc>
                <a:spcPct val="100000"/>
              </a:lnSpc>
              <a:spcBef>
                <a:spcPts val="0"/>
              </a:spcBef>
              <a:spcAft>
                <a:spcPts val="0"/>
              </a:spcAft>
              <a:buClr>
                <a:schemeClr val="lt2"/>
              </a:buClr>
              <a:buSzPts val="2800"/>
              <a:buFont typeface="Comic Sans MS"/>
              <a:buAutoNum type="arabicPeriod" startAt="2"/>
            </a:pPr>
            <a:r>
              <a:rPr lang="en-US" sz="2800" b="0" i="0" u="none">
                <a:solidFill>
                  <a:schemeClr val="lt2"/>
                </a:solidFill>
                <a:latin typeface="Comic Sans MS"/>
                <a:ea typeface="Comic Sans MS"/>
                <a:cs typeface="Comic Sans MS"/>
                <a:sym typeface="Comic Sans MS"/>
              </a:rPr>
              <a:t>Syndrome created by the Receiver</a:t>
            </a:r>
            <a:endParaRPr/>
          </a:p>
          <a:p>
            <a:pPr marL="808037" lvl="1" indent="-263524" algn="l" rtl="0">
              <a:lnSpc>
                <a:spcPct val="100000"/>
              </a:lnSpc>
              <a:spcBef>
                <a:spcPts val="48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Receiving application program consumes data slowly (e.g. 1 byte at a time)</a:t>
            </a:r>
            <a:endParaRPr/>
          </a:p>
          <a:p>
            <a:pPr marL="808037" lvl="1" indent="-263524" algn="l" rtl="0">
              <a:lnSpc>
                <a:spcPct val="100000"/>
              </a:lnSpc>
              <a:spcBef>
                <a:spcPts val="48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The receiving TCP announces a window size of 1 byte. The sending TCP sends only 1 byte</a:t>
            </a:r>
            <a:r>
              <a:rPr lang="en-US" sz="2400" b="0" i="0" u="none">
                <a:solidFill>
                  <a:schemeClr val="dk1"/>
                </a:solidFill>
                <a:latin typeface="Tahoma"/>
                <a:ea typeface="Tahoma"/>
                <a:cs typeface="Tahoma"/>
                <a:sym typeface="Tahoma"/>
              </a:rPr>
              <a:t>…</a:t>
            </a:r>
            <a:endParaRPr/>
          </a:p>
          <a:p>
            <a:pPr marL="808037" lvl="1" indent="-263524" algn="l" rtl="0">
              <a:lnSpc>
                <a:spcPct val="100000"/>
              </a:lnSpc>
              <a:spcBef>
                <a:spcPts val="48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Solution 1: </a:t>
            </a:r>
            <a:r>
              <a:rPr lang="en-US" sz="2400" b="0" i="0" u="none">
                <a:solidFill>
                  <a:schemeClr val="dk2"/>
                </a:solidFill>
                <a:latin typeface="Comic Sans MS"/>
                <a:ea typeface="Comic Sans MS"/>
                <a:cs typeface="Comic Sans MS"/>
                <a:sym typeface="Comic Sans MS"/>
              </a:rPr>
              <a:t>Clark</a:t>
            </a:r>
            <a:r>
              <a:rPr lang="en-US" sz="2400" b="0" i="0" u="none">
                <a:solidFill>
                  <a:schemeClr val="dk2"/>
                </a:solidFill>
                <a:latin typeface="Tahoma"/>
                <a:ea typeface="Tahoma"/>
                <a:cs typeface="Tahoma"/>
                <a:sym typeface="Tahoma"/>
              </a:rPr>
              <a:t>’</a:t>
            </a:r>
            <a:r>
              <a:rPr lang="en-US" sz="2400" b="0" i="0" u="none">
                <a:solidFill>
                  <a:schemeClr val="dk2"/>
                </a:solidFill>
                <a:latin typeface="Comic Sans MS"/>
                <a:ea typeface="Comic Sans MS"/>
                <a:cs typeface="Comic Sans MS"/>
                <a:sym typeface="Comic Sans MS"/>
              </a:rPr>
              <a:t>s solution</a:t>
            </a:r>
            <a:endParaRPr/>
          </a:p>
          <a:p>
            <a:pPr marL="808037" lvl="1" indent="-263524" algn="l" rtl="0">
              <a:lnSpc>
                <a:spcPct val="100000"/>
              </a:lnSpc>
              <a:spcBef>
                <a:spcPts val="48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Sending an ACK but announcing a window size of zero until there is enough space to accommodate a segment of max. size or until half of the buffer is empty</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215"/>
        <p:cNvGrpSpPr/>
        <p:nvPr/>
      </p:nvGrpSpPr>
      <p:grpSpPr>
        <a:xfrm>
          <a:off x="0" y="0"/>
          <a:ext cx="0" cy="0"/>
          <a:chOff x="0" y="0"/>
          <a:chExt cx="0" cy="0"/>
        </a:xfrm>
      </p:grpSpPr>
      <p:sp>
        <p:nvSpPr>
          <p:cNvPr id="1216" name="Google Shape;1216;p61"/>
          <p:cNvSpPr txBox="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400"/>
              <a:buFont typeface="Comic Sans MS"/>
              <a:buNone/>
            </a:pPr>
            <a:r>
              <a:rPr lang="en-US" sz="1400" b="0" i="0" u="none">
                <a:solidFill>
                  <a:schemeClr val="dk1"/>
                </a:solidFill>
                <a:latin typeface="Comic Sans MS"/>
                <a:ea typeface="Comic Sans MS"/>
                <a:cs typeface="Comic Sans MS"/>
                <a:sym typeface="Comic Sans MS"/>
              </a:rPr>
              <a:t>TCP/IP Protocol Suite</a:t>
            </a:r>
            <a:endParaRPr/>
          </a:p>
        </p:txBody>
      </p:sp>
      <p:sp>
        <p:nvSpPr>
          <p:cNvPr id="1217" name="Google Shape;1217;p61"/>
          <p:cNvSpPr txBox="1"/>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Comic Sans MS"/>
              <a:buNone/>
            </a:pPr>
            <a:fld id="{00000000-1234-1234-1234-123412341234}" type="slidenum">
              <a:rPr lang="en-US" sz="1400" b="0" i="0" u="none">
                <a:solidFill>
                  <a:schemeClr val="dk1"/>
                </a:solidFill>
                <a:latin typeface="Comic Sans MS"/>
                <a:ea typeface="Comic Sans MS"/>
                <a:cs typeface="Comic Sans MS"/>
                <a:sym typeface="Comic Sans MS"/>
              </a:rPr>
              <a:t>61</a:t>
            </a:fld>
            <a:endParaRPr/>
          </a:p>
        </p:txBody>
      </p:sp>
      <p:sp>
        <p:nvSpPr>
          <p:cNvPr id="1218" name="Google Shape;1218;p61"/>
          <p:cNvSpPr txBox="1">
            <a:spLocks noGrp="1"/>
          </p:cNvSpPr>
          <p:nvPr>
            <p:ph type="title"/>
          </p:nvPr>
        </p:nvSpPr>
        <p:spPr>
          <a:xfrm>
            <a:off x="685800" y="228600"/>
            <a:ext cx="6870700" cy="83661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0000CC"/>
              </a:buClr>
              <a:buSzPts val="4000"/>
              <a:buFont typeface="Comic Sans MS"/>
              <a:buNone/>
            </a:pPr>
            <a:r>
              <a:rPr lang="en-US" sz="4000" b="1" i="0" u="none">
                <a:solidFill>
                  <a:srgbClr val="0000CC"/>
                </a:solidFill>
                <a:latin typeface="Comic Sans MS"/>
                <a:ea typeface="Comic Sans MS"/>
                <a:cs typeface="Comic Sans MS"/>
                <a:sym typeface="Comic Sans MS"/>
              </a:rPr>
              <a:t>Silly Window Syndrome (3)</a:t>
            </a:r>
            <a:endParaRPr/>
          </a:p>
        </p:txBody>
      </p:sp>
      <p:sp>
        <p:nvSpPr>
          <p:cNvPr id="1219" name="Google Shape;1219;p61"/>
          <p:cNvSpPr txBox="1">
            <a:spLocks noGrp="1"/>
          </p:cNvSpPr>
          <p:nvPr>
            <p:ph type="body" idx="1"/>
          </p:nvPr>
        </p:nvSpPr>
        <p:spPr>
          <a:xfrm>
            <a:off x="685800" y="1219200"/>
            <a:ext cx="7696200" cy="4572000"/>
          </a:xfrm>
          <a:prstGeom prst="rect">
            <a:avLst/>
          </a:prstGeom>
          <a:noFill/>
          <a:ln>
            <a:noFill/>
          </a:ln>
        </p:spPr>
        <p:txBody>
          <a:bodyPr spcFirstLastPara="1" wrap="square" lIns="91425" tIns="45700" rIns="91425" bIns="45700" anchor="t" anchorCtr="0">
            <a:noAutofit/>
          </a:bodyPr>
          <a:lstStyle/>
          <a:p>
            <a:pPr marL="808037" lvl="1" indent="-263524" algn="l" rtl="0">
              <a:lnSpc>
                <a:spcPct val="100000"/>
              </a:lnSpc>
              <a:spcBef>
                <a:spcPts val="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Solution 2: </a:t>
            </a:r>
            <a:r>
              <a:rPr lang="en-US" sz="2400" b="0" i="0" u="none">
                <a:solidFill>
                  <a:schemeClr val="dk2"/>
                </a:solidFill>
                <a:latin typeface="Comic Sans MS"/>
                <a:ea typeface="Comic Sans MS"/>
                <a:cs typeface="Comic Sans MS"/>
                <a:sym typeface="Comic Sans MS"/>
              </a:rPr>
              <a:t>Delayed Acknowledgement</a:t>
            </a:r>
            <a:endParaRPr/>
          </a:p>
          <a:p>
            <a:pPr marL="808037" lvl="1" indent="-263524" algn="l" rtl="0">
              <a:lnSpc>
                <a:spcPct val="100000"/>
              </a:lnSpc>
              <a:spcBef>
                <a:spcPts val="48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The receiver waits until there is decent amount of space in its incoming buffer before acknowledging the arrived segments</a:t>
            </a:r>
            <a:endParaRPr/>
          </a:p>
          <a:p>
            <a:pPr marL="808037" lvl="1" indent="-263524" algn="l" rtl="0">
              <a:lnSpc>
                <a:spcPct val="100000"/>
              </a:lnSpc>
              <a:spcBef>
                <a:spcPts val="48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The delayed acknowledgement prevents the sending TCP from sliding its window. It also reduces traffic.</a:t>
            </a:r>
            <a:endParaRPr/>
          </a:p>
          <a:p>
            <a:pPr marL="808037" lvl="1" indent="-263524" algn="l" rtl="0">
              <a:lnSpc>
                <a:spcPct val="100000"/>
              </a:lnSpc>
              <a:spcBef>
                <a:spcPts val="48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Disadvantage: it may force the sender to retransmit the unacknowledged segments</a:t>
            </a:r>
            <a:endParaRPr/>
          </a:p>
          <a:p>
            <a:pPr marL="808037" lvl="1" indent="-263524" algn="l" rtl="0">
              <a:lnSpc>
                <a:spcPct val="100000"/>
              </a:lnSpc>
              <a:spcBef>
                <a:spcPts val="48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To balance: should not be delayed by more than 500ms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62"/>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226" name="Google Shape;1226;p62"/>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62</a:t>
            </a:fld>
            <a:endParaRPr/>
          </a:p>
        </p:txBody>
      </p:sp>
      <p:sp>
        <p:nvSpPr>
          <p:cNvPr id="1227" name="Google Shape;1227;p62"/>
          <p:cNvSpPr txBox="1"/>
          <p:nvPr/>
        </p:nvSpPr>
        <p:spPr>
          <a:xfrm>
            <a:off x="0" y="0"/>
            <a:ext cx="9144000" cy="1371600"/>
          </a:xfrm>
          <a:prstGeom prst="rect">
            <a:avLst/>
          </a:prstGeom>
          <a:solidFill>
            <a:srgbClr val="33CC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28" name="Google Shape;1228;p62"/>
          <p:cNvSpPr txBox="1"/>
          <p:nvPr/>
        </p:nvSpPr>
        <p:spPr>
          <a:xfrm>
            <a:off x="228600" y="355600"/>
            <a:ext cx="5337175" cy="650875"/>
          </a:xfrm>
          <a:prstGeom prst="rect">
            <a:avLst/>
          </a:prstGeom>
          <a:solidFill>
            <a:schemeClr val="folHlink"/>
          </a:solidFill>
          <a:ln w="9525" cap="flat" cmpd="sng">
            <a:solidFill>
              <a:schemeClr val="folHlink"/>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600"/>
              <a:buFont typeface="Times"/>
              <a:buNone/>
            </a:pPr>
            <a:r>
              <a:rPr lang="en-US" sz="3600" b="1" i="0" u="none">
                <a:solidFill>
                  <a:schemeClr val="lt1"/>
                </a:solidFill>
                <a:latin typeface="Times"/>
                <a:ea typeface="Times"/>
                <a:cs typeface="Times"/>
                <a:sym typeface="Times"/>
              </a:rPr>
              <a:t>15-8  ERROR CONTROL</a:t>
            </a:r>
            <a:endParaRPr/>
          </a:p>
        </p:txBody>
      </p:sp>
      <p:sp>
        <p:nvSpPr>
          <p:cNvPr id="1229" name="Google Shape;1229;p62"/>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30" name="Google Shape;1230;p62"/>
          <p:cNvSpPr txBox="1"/>
          <p:nvPr/>
        </p:nvSpPr>
        <p:spPr>
          <a:xfrm>
            <a:off x="381000" y="1524000"/>
            <a:ext cx="8181975" cy="39354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mo"/>
              <a:buNone/>
            </a:pPr>
            <a:r>
              <a:rPr lang="en-US" sz="2800" b="1" i="0" u="none">
                <a:solidFill>
                  <a:schemeClr val="dk1"/>
                </a:solidFill>
                <a:latin typeface="Arimo"/>
                <a:ea typeface="Arimo"/>
                <a:cs typeface="Arimo"/>
                <a:sym typeface="Arimo"/>
              </a:rPr>
              <a:t>TCP is a reliable transport layer protocol. This means that an application program that delivers a stream of data to TCP relies on TCP to deliver the entire stream to the application program on the other end in order, without error, and without any part lost or duplicated.</a:t>
            </a:r>
            <a:endParaRPr/>
          </a:p>
          <a:p>
            <a:pPr marL="0" marR="0" lvl="0" indent="0" algn="l" rtl="0">
              <a:lnSpc>
                <a:spcPct val="100000"/>
              </a:lnSpc>
              <a:spcBef>
                <a:spcPts val="0"/>
              </a:spcBef>
              <a:spcAft>
                <a:spcPts val="0"/>
              </a:spcAft>
              <a:buClr>
                <a:schemeClr val="dk1"/>
              </a:buClr>
              <a:buSzPts val="2800"/>
              <a:buFont typeface="Arimo"/>
              <a:buNone/>
            </a:pPr>
            <a:r>
              <a:rPr lang="en-US" sz="2800" b="1" i="0" u="none">
                <a:solidFill>
                  <a:schemeClr val="dk1"/>
                </a:solidFill>
                <a:latin typeface="Arimo"/>
                <a:ea typeface="Arimo"/>
                <a:cs typeface="Arimo"/>
                <a:sym typeface="Arimo"/>
              </a:rPr>
              <a:t>	Error control in TCP is achieved through the use of three tools:  </a:t>
            </a:r>
            <a:r>
              <a:rPr lang="en-US" sz="2800" b="1" i="1" u="none">
                <a:solidFill>
                  <a:schemeClr val="hlink"/>
                </a:solidFill>
                <a:latin typeface="Arimo"/>
                <a:ea typeface="Arimo"/>
                <a:cs typeface="Arimo"/>
                <a:sym typeface="Arimo"/>
              </a:rPr>
              <a:t>checksum</a:t>
            </a:r>
            <a:r>
              <a:rPr lang="en-US" sz="2800" b="1" i="0" u="none">
                <a:solidFill>
                  <a:schemeClr val="dk1"/>
                </a:solidFill>
                <a:latin typeface="Arimo"/>
                <a:ea typeface="Arimo"/>
                <a:cs typeface="Arimo"/>
                <a:sym typeface="Arimo"/>
              </a:rPr>
              <a:t>, </a:t>
            </a:r>
            <a:r>
              <a:rPr lang="en-US" sz="2800" b="1" i="1" u="none">
                <a:solidFill>
                  <a:schemeClr val="hlink"/>
                </a:solidFill>
                <a:latin typeface="Arimo"/>
                <a:ea typeface="Arimo"/>
                <a:cs typeface="Arimo"/>
                <a:sym typeface="Arimo"/>
              </a:rPr>
              <a:t>acknowledgment</a:t>
            </a:r>
            <a:r>
              <a:rPr lang="en-US" sz="2800" b="1" i="0" u="none">
                <a:solidFill>
                  <a:schemeClr val="dk1"/>
                </a:solidFill>
                <a:latin typeface="Arimo"/>
                <a:ea typeface="Arimo"/>
                <a:cs typeface="Arimo"/>
                <a:sym typeface="Arimo"/>
              </a:rPr>
              <a:t>, and </a:t>
            </a:r>
            <a:r>
              <a:rPr lang="en-US" sz="2800" b="1" i="1" u="none">
                <a:solidFill>
                  <a:schemeClr val="hlink"/>
                </a:solidFill>
                <a:latin typeface="Arimo"/>
                <a:ea typeface="Arimo"/>
                <a:cs typeface="Arimo"/>
                <a:sym typeface="Arimo"/>
              </a:rPr>
              <a:t>time-out</a:t>
            </a:r>
            <a:r>
              <a:rPr lang="en-US" sz="2800" b="1" i="0" u="none">
                <a:solidFill>
                  <a:schemeClr val="dk1"/>
                </a:solidFill>
                <a:latin typeface="Arimo"/>
                <a:ea typeface="Arimo"/>
                <a:cs typeface="Arimo"/>
                <a:sym typeface="Arimo"/>
              </a:rPr>
              <a:t>.</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gradFill>
          <a:gsLst>
            <a:gs pos="0">
              <a:srgbClr val="FFFF99"/>
            </a:gs>
            <a:gs pos="100000">
              <a:srgbClr val="767647"/>
            </a:gs>
          </a:gsLst>
          <a:lin ang="0" scaled="0"/>
        </a:gradFill>
        <a:effectLst/>
      </p:bgPr>
    </p:bg>
    <p:spTree>
      <p:nvGrpSpPr>
        <p:cNvPr id="1" name="Shape 1235"/>
        <p:cNvGrpSpPr/>
        <p:nvPr/>
      </p:nvGrpSpPr>
      <p:grpSpPr>
        <a:xfrm>
          <a:off x="0" y="0"/>
          <a:ext cx="0" cy="0"/>
          <a:chOff x="0" y="0"/>
          <a:chExt cx="0" cy="0"/>
        </a:xfrm>
      </p:grpSpPr>
      <p:sp>
        <p:nvSpPr>
          <p:cNvPr id="1236" name="Google Shape;1236;p63"/>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237" name="Google Shape;1237;p63"/>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63</a:t>
            </a:fld>
            <a:endParaRPr/>
          </a:p>
        </p:txBody>
      </p:sp>
      <p:sp>
        <p:nvSpPr>
          <p:cNvPr id="1238" name="Google Shape;1238;p63"/>
          <p:cNvSpPr txBox="1"/>
          <p:nvPr/>
        </p:nvSpPr>
        <p:spPr>
          <a:xfrm>
            <a:off x="228600" y="152400"/>
            <a:ext cx="5468937"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3200"/>
              <a:buFont typeface="Times"/>
              <a:buNone/>
            </a:pPr>
            <a:r>
              <a:rPr lang="en-US" sz="3200" b="1" i="1" u="none">
                <a:solidFill>
                  <a:schemeClr val="hlink"/>
                </a:solidFill>
                <a:latin typeface="Times"/>
                <a:ea typeface="Times"/>
                <a:cs typeface="Times"/>
                <a:sym typeface="Times"/>
              </a:rPr>
              <a:t>Topics Discussed in the Section</a:t>
            </a:r>
            <a:endParaRPr/>
          </a:p>
        </p:txBody>
      </p:sp>
      <p:sp>
        <p:nvSpPr>
          <p:cNvPr id="1239" name="Google Shape;1239;p63"/>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40" name="Google Shape;1240;p63"/>
          <p:cNvSpPr txBox="1"/>
          <p:nvPr/>
        </p:nvSpPr>
        <p:spPr>
          <a:xfrm>
            <a:off x="304800" y="989012"/>
            <a:ext cx="8382000" cy="3082925"/>
          </a:xfrm>
          <a:prstGeom prst="rect">
            <a:avLst/>
          </a:prstGeom>
          <a:noFill/>
          <a:ln>
            <a:noFill/>
          </a:ln>
        </p:spPr>
        <p:txBody>
          <a:bodyPr spcFirstLastPara="1" wrap="square" lIns="91425" tIns="45700" rIns="91425" bIns="45700" anchor="t" anchorCtr="0">
            <a:spAutoFit/>
          </a:bodyPr>
          <a:lstStyle/>
          <a:p>
            <a:pPr marL="0" marR="0" lvl="0" indent="-208025" algn="l" rtl="0">
              <a:lnSpc>
                <a:spcPct val="100000"/>
              </a:lnSpc>
              <a:spcBef>
                <a:spcPts val="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Checksum</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Acknowledgment</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Retransmission</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Out-of-Order Segments</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FSMs for Data Transfer in TCP</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Some Scenarios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40"/>
                                        </p:tgtEl>
                                        <p:attrNameLst>
                                          <p:attrName>style.visibility</p:attrName>
                                        </p:attrNameLst>
                                      </p:cBhvr>
                                      <p:to>
                                        <p:strVal val="visible"/>
                                      </p:to>
                                    </p:set>
                                    <p:animEffect transition="in" filter="fade">
                                      <p:cBhvr>
                                        <p:cTn id="7" dur="5000"/>
                                        <p:tgtEl>
                                          <p:spTgt spid="1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245"/>
        <p:cNvGrpSpPr/>
        <p:nvPr/>
      </p:nvGrpSpPr>
      <p:grpSpPr>
        <a:xfrm>
          <a:off x="0" y="0"/>
          <a:ext cx="0" cy="0"/>
          <a:chOff x="0" y="0"/>
          <a:chExt cx="0" cy="0"/>
        </a:xfrm>
      </p:grpSpPr>
      <p:sp>
        <p:nvSpPr>
          <p:cNvPr id="1246" name="Google Shape;1246;p64"/>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247" name="Google Shape;1247;p64"/>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64</a:t>
            </a:fld>
            <a:endParaRPr/>
          </a:p>
        </p:txBody>
      </p:sp>
      <p:sp>
        <p:nvSpPr>
          <p:cNvPr id="1248" name="Google Shape;1248;p64"/>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49" name="Google Shape;1249;p6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50" name="Google Shape;1250;p64"/>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51" name="Google Shape;1251;p6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52" name="Google Shape;1252;p6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53" name="Google Shape;1253;p64"/>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54" name="Google Shape;1254;p6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1255" name="Google Shape;1255;p64"/>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1256" name="Google Shape;1256;p64"/>
          <p:cNvCxnSpPr/>
          <p:nvPr/>
        </p:nvCxnSpPr>
        <p:spPr>
          <a:xfrm>
            <a:off x="609600" y="43434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1257" name="Google Shape;1257;p64"/>
          <p:cNvSpPr txBox="1"/>
          <p:nvPr/>
        </p:nvSpPr>
        <p:spPr>
          <a:xfrm>
            <a:off x="647700" y="2716212"/>
            <a:ext cx="8077200" cy="1554162"/>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ACK segments do not consume sequence numbers and</a:t>
            </a:r>
            <a:endParaRPr/>
          </a:p>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are not acknowledged.</a:t>
            </a:r>
            <a:endParaRPr/>
          </a:p>
        </p:txBody>
      </p:sp>
      <p:grpSp>
        <p:nvGrpSpPr>
          <p:cNvPr id="1258" name="Google Shape;1258;p64"/>
          <p:cNvGrpSpPr/>
          <p:nvPr/>
        </p:nvGrpSpPr>
        <p:grpSpPr>
          <a:xfrm>
            <a:off x="609600" y="1981200"/>
            <a:ext cx="1143000" cy="566737"/>
            <a:chOff x="1200" y="1248"/>
            <a:chExt cx="720" cy="357"/>
          </a:xfrm>
        </p:grpSpPr>
        <p:pic>
          <p:nvPicPr>
            <p:cNvPr id="1259" name="Google Shape;1259;p64"/>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1260" name="Google Shape;1260;p64"/>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55"/>
                                        </p:tgtEl>
                                        <p:attrNameLst>
                                          <p:attrName>style.visibility</p:attrName>
                                        </p:attrNameLst>
                                      </p:cBhvr>
                                      <p:to>
                                        <p:strVal val="visible"/>
                                      </p:to>
                                    </p:set>
                                    <p:animEffect transition="in" filter="fade">
                                      <p:cBhvr>
                                        <p:cTn id="7" dur="500"/>
                                        <p:tgtEl>
                                          <p:spTgt spid="125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256"/>
                                        </p:tgtEl>
                                        <p:attrNameLst>
                                          <p:attrName>style.visibility</p:attrName>
                                        </p:attrNameLst>
                                      </p:cBhvr>
                                      <p:to>
                                        <p:strVal val="visible"/>
                                      </p:to>
                                    </p:set>
                                    <p:animEffect transition="in" filter="fade">
                                      <p:cBhvr>
                                        <p:cTn id="11" dur="500"/>
                                        <p:tgtEl>
                                          <p:spTgt spid="125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57"/>
                                        </p:tgtEl>
                                        <p:attrNameLst>
                                          <p:attrName>style.visibility</p:attrName>
                                        </p:attrNameLst>
                                      </p:cBhvr>
                                      <p:to>
                                        <p:strVal val="visible"/>
                                      </p:to>
                                    </p:set>
                                    <p:animEffect transition="in" filter="fade">
                                      <p:cBhvr>
                                        <p:cTn id="15" dur="500"/>
                                        <p:tgtEl>
                                          <p:spTgt spid="1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264"/>
        <p:cNvGrpSpPr/>
        <p:nvPr/>
      </p:nvGrpSpPr>
      <p:grpSpPr>
        <a:xfrm>
          <a:off x="0" y="0"/>
          <a:ext cx="0" cy="0"/>
          <a:chOff x="0" y="0"/>
          <a:chExt cx="0" cy="0"/>
        </a:xfrm>
      </p:grpSpPr>
      <p:sp>
        <p:nvSpPr>
          <p:cNvPr id="1265" name="Google Shape;1265;p65"/>
          <p:cNvSpPr txBox="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400"/>
              <a:buFont typeface="Comic Sans MS"/>
              <a:buNone/>
            </a:pPr>
            <a:r>
              <a:rPr lang="en-US" sz="1400" b="0" i="0" u="none">
                <a:solidFill>
                  <a:schemeClr val="dk1"/>
                </a:solidFill>
                <a:latin typeface="Comic Sans MS"/>
                <a:ea typeface="Comic Sans MS"/>
                <a:cs typeface="Comic Sans MS"/>
                <a:sym typeface="Comic Sans MS"/>
              </a:rPr>
              <a:t>TCP/IP Protocol Suite</a:t>
            </a:r>
            <a:endParaRPr/>
          </a:p>
        </p:txBody>
      </p:sp>
      <p:sp>
        <p:nvSpPr>
          <p:cNvPr id="1266" name="Google Shape;1266;p65"/>
          <p:cNvSpPr txBox="1"/>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Comic Sans MS"/>
              <a:buNone/>
            </a:pPr>
            <a:fld id="{00000000-1234-1234-1234-123412341234}" type="slidenum">
              <a:rPr lang="en-US" sz="1400" b="0" i="0" u="none">
                <a:solidFill>
                  <a:schemeClr val="dk1"/>
                </a:solidFill>
                <a:latin typeface="Comic Sans MS"/>
                <a:ea typeface="Comic Sans MS"/>
                <a:cs typeface="Comic Sans MS"/>
                <a:sym typeface="Comic Sans MS"/>
              </a:rPr>
              <a:t>65</a:t>
            </a:fld>
            <a:endParaRPr/>
          </a:p>
        </p:txBody>
      </p:sp>
      <p:sp>
        <p:nvSpPr>
          <p:cNvPr id="1267" name="Google Shape;1267;p65"/>
          <p:cNvSpPr txBox="1">
            <a:spLocks noGrp="1"/>
          </p:cNvSpPr>
          <p:nvPr>
            <p:ph type="title"/>
          </p:nvPr>
        </p:nvSpPr>
        <p:spPr>
          <a:xfrm>
            <a:off x="685800" y="228600"/>
            <a:ext cx="6870700" cy="83661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0000CC"/>
              </a:buClr>
              <a:buSzPts val="3600"/>
              <a:buFont typeface="Comic Sans MS"/>
              <a:buNone/>
            </a:pPr>
            <a:r>
              <a:rPr lang="en-US" sz="3600" b="1" i="0" u="none">
                <a:solidFill>
                  <a:srgbClr val="0000CC"/>
                </a:solidFill>
                <a:latin typeface="Comic Sans MS"/>
                <a:ea typeface="Comic Sans MS"/>
                <a:cs typeface="Comic Sans MS"/>
                <a:sym typeface="Comic Sans MS"/>
              </a:rPr>
              <a:t>Acknowledgement Type</a:t>
            </a:r>
            <a:endParaRPr/>
          </a:p>
        </p:txBody>
      </p:sp>
      <p:sp>
        <p:nvSpPr>
          <p:cNvPr id="1268" name="Google Shape;1268;p65"/>
          <p:cNvSpPr txBox="1">
            <a:spLocks noGrp="1"/>
          </p:cNvSpPr>
          <p:nvPr>
            <p:ph type="body" idx="1"/>
          </p:nvPr>
        </p:nvSpPr>
        <p:spPr>
          <a:xfrm>
            <a:off x="685800" y="1219200"/>
            <a:ext cx="7696200" cy="4572000"/>
          </a:xfrm>
          <a:prstGeom prst="rect">
            <a:avLst/>
          </a:prstGeom>
          <a:noFill/>
          <a:ln>
            <a:noFill/>
          </a:ln>
        </p:spPr>
        <p:txBody>
          <a:bodyPr spcFirstLastPara="1" wrap="square" lIns="91425" tIns="45700" rIns="91425" bIns="45700" anchor="t" anchorCtr="0">
            <a:noAutofit/>
          </a:bodyPr>
          <a:lstStyle/>
          <a:p>
            <a:pPr marL="808037" lvl="1" indent="-263524" algn="l" rtl="0">
              <a:lnSpc>
                <a:spcPct val="100000"/>
              </a:lnSpc>
              <a:spcBef>
                <a:spcPts val="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In the past, TCP used only one type of acknowledgement: Accumulative Acknowledgement (</a:t>
            </a:r>
            <a:r>
              <a:rPr lang="en-US" sz="2400" b="0" i="0" u="none">
                <a:solidFill>
                  <a:schemeClr val="lt2"/>
                </a:solidFill>
                <a:latin typeface="Comic Sans MS"/>
                <a:ea typeface="Comic Sans MS"/>
                <a:cs typeface="Comic Sans MS"/>
                <a:sym typeface="Comic Sans MS"/>
              </a:rPr>
              <a:t>ACK</a:t>
            </a:r>
            <a:r>
              <a:rPr lang="en-US" sz="2400" b="0" i="0" u="none">
                <a:solidFill>
                  <a:schemeClr val="dk1"/>
                </a:solidFill>
                <a:latin typeface="Comic Sans MS"/>
                <a:ea typeface="Comic Sans MS"/>
                <a:cs typeface="Comic Sans MS"/>
                <a:sym typeface="Comic Sans MS"/>
              </a:rPr>
              <a:t>), also namely </a:t>
            </a:r>
            <a:r>
              <a:rPr lang="en-US" sz="2400" b="0" i="0" u="none">
                <a:solidFill>
                  <a:schemeClr val="dk2"/>
                </a:solidFill>
                <a:latin typeface="Comic Sans MS"/>
                <a:ea typeface="Comic Sans MS"/>
                <a:cs typeface="Comic Sans MS"/>
                <a:sym typeface="Comic Sans MS"/>
              </a:rPr>
              <a:t>accumulative positive acknowledgement</a:t>
            </a:r>
            <a:endParaRPr/>
          </a:p>
          <a:p>
            <a:pPr marL="808037" lvl="1" indent="-263524" algn="l" rtl="0">
              <a:lnSpc>
                <a:spcPct val="100000"/>
              </a:lnSpc>
              <a:spcBef>
                <a:spcPts val="96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More and more implementations are adding another type of acknowledgement: </a:t>
            </a:r>
            <a:r>
              <a:rPr lang="en-US" sz="2400" b="0" i="0" u="none">
                <a:solidFill>
                  <a:schemeClr val="dk2"/>
                </a:solidFill>
                <a:latin typeface="Comic Sans MS"/>
                <a:ea typeface="Comic Sans MS"/>
                <a:cs typeface="Comic Sans MS"/>
                <a:sym typeface="Comic Sans MS"/>
              </a:rPr>
              <a:t>Selective Acknowledgement (</a:t>
            </a:r>
            <a:r>
              <a:rPr lang="en-US" sz="2400" b="0" i="0" u="none">
                <a:solidFill>
                  <a:schemeClr val="lt2"/>
                </a:solidFill>
                <a:latin typeface="Comic Sans MS"/>
                <a:ea typeface="Comic Sans MS"/>
                <a:cs typeface="Comic Sans MS"/>
                <a:sym typeface="Comic Sans MS"/>
              </a:rPr>
              <a:t>SACK</a:t>
            </a:r>
            <a:r>
              <a:rPr lang="en-US" sz="2400" b="0" i="0" u="none">
                <a:solidFill>
                  <a:schemeClr val="dk2"/>
                </a:solidFill>
                <a:latin typeface="Comic Sans MS"/>
                <a:ea typeface="Comic Sans MS"/>
                <a:cs typeface="Comic Sans MS"/>
                <a:sym typeface="Comic Sans MS"/>
              </a:rPr>
              <a:t>)</a:t>
            </a:r>
            <a:r>
              <a:rPr lang="en-US" sz="2400" b="0" i="0" u="none">
                <a:solidFill>
                  <a:schemeClr val="dk1"/>
                </a:solidFill>
                <a:latin typeface="Comic Sans MS"/>
                <a:ea typeface="Comic Sans MS"/>
                <a:cs typeface="Comic Sans MS"/>
                <a:sym typeface="Comic Sans MS"/>
              </a:rPr>
              <a:t>, SACK is implemented as an option at the end of the TCP header.</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273"/>
        <p:cNvGrpSpPr/>
        <p:nvPr/>
      </p:nvGrpSpPr>
      <p:grpSpPr>
        <a:xfrm>
          <a:off x="0" y="0"/>
          <a:ext cx="0" cy="0"/>
          <a:chOff x="0" y="0"/>
          <a:chExt cx="0" cy="0"/>
        </a:xfrm>
      </p:grpSpPr>
      <p:sp>
        <p:nvSpPr>
          <p:cNvPr id="1274" name="Google Shape;1274;p66"/>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275" name="Google Shape;1275;p66"/>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66</a:t>
            </a:fld>
            <a:endParaRPr/>
          </a:p>
        </p:txBody>
      </p:sp>
      <p:sp>
        <p:nvSpPr>
          <p:cNvPr id="1276" name="Google Shape;1276;p66"/>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77" name="Google Shape;1277;p6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78" name="Google Shape;1278;p66"/>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79" name="Google Shape;1279;p6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80" name="Google Shape;1280;p6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81" name="Google Shape;1281;p66"/>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82" name="Google Shape;1282;p6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1283" name="Google Shape;1283;p66"/>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1284" name="Google Shape;1284;p66"/>
          <p:cNvCxnSpPr/>
          <p:nvPr/>
        </p:nvCxnSpPr>
        <p:spPr>
          <a:xfrm>
            <a:off x="609600" y="48768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1285" name="Google Shape;1285;p66"/>
          <p:cNvSpPr txBox="1"/>
          <p:nvPr/>
        </p:nvSpPr>
        <p:spPr>
          <a:xfrm>
            <a:off x="647700" y="2716212"/>
            <a:ext cx="8077200" cy="2041525"/>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Data may arrive out of order and be temporarily stored by the receiving TCP,</a:t>
            </a:r>
            <a:endParaRPr/>
          </a:p>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but TCP guarantees that no out-of-order data are delivered to the process.</a:t>
            </a:r>
            <a:endParaRPr/>
          </a:p>
        </p:txBody>
      </p:sp>
      <p:grpSp>
        <p:nvGrpSpPr>
          <p:cNvPr id="1286" name="Google Shape;1286;p66"/>
          <p:cNvGrpSpPr/>
          <p:nvPr/>
        </p:nvGrpSpPr>
        <p:grpSpPr>
          <a:xfrm>
            <a:off x="609600" y="1981200"/>
            <a:ext cx="1143000" cy="566737"/>
            <a:chOff x="1200" y="1248"/>
            <a:chExt cx="720" cy="357"/>
          </a:xfrm>
        </p:grpSpPr>
        <p:pic>
          <p:nvPicPr>
            <p:cNvPr id="1287" name="Google Shape;1287;p66"/>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1288" name="Google Shape;1288;p66"/>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83"/>
                                        </p:tgtEl>
                                        <p:attrNameLst>
                                          <p:attrName>style.visibility</p:attrName>
                                        </p:attrNameLst>
                                      </p:cBhvr>
                                      <p:to>
                                        <p:strVal val="visible"/>
                                      </p:to>
                                    </p:set>
                                    <p:animEffect transition="in" filter="fade">
                                      <p:cBhvr>
                                        <p:cTn id="7" dur="500"/>
                                        <p:tgtEl>
                                          <p:spTgt spid="128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284"/>
                                        </p:tgtEl>
                                        <p:attrNameLst>
                                          <p:attrName>style.visibility</p:attrName>
                                        </p:attrNameLst>
                                      </p:cBhvr>
                                      <p:to>
                                        <p:strVal val="visible"/>
                                      </p:to>
                                    </p:set>
                                    <p:animEffect transition="in" filter="fade">
                                      <p:cBhvr>
                                        <p:cTn id="11" dur="500"/>
                                        <p:tgtEl>
                                          <p:spTgt spid="128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85"/>
                                        </p:tgtEl>
                                        <p:attrNameLst>
                                          <p:attrName>style.visibility</p:attrName>
                                        </p:attrNameLst>
                                      </p:cBhvr>
                                      <p:to>
                                        <p:strVal val="visible"/>
                                      </p:to>
                                    </p:set>
                                    <p:animEffect transition="in" filter="fade">
                                      <p:cBhvr>
                                        <p:cTn id="15" dur="500"/>
                                        <p:tgtEl>
                                          <p:spTgt spid="1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293"/>
        <p:cNvGrpSpPr/>
        <p:nvPr/>
      </p:nvGrpSpPr>
      <p:grpSpPr>
        <a:xfrm>
          <a:off x="0" y="0"/>
          <a:ext cx="0" cy="0"/>
          <a:chOff x="0" y="0"/>
          <a:chExt cx="0" cy="0"/>
        </a:xfrm>
      </p:grpSpPr>
      <p:sp>
        <p:nvSpPr>
          <p:cNvPr id="1294" name="Google Shape;1294;p67"/>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295" name="Google Shape;1295;p67"/>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67</a:t>
            </a:fld>
            <a:endParaRPr/>
          </a:p>
        </p:txBody>
      </p:sp>
      <p:sp>
        <p:nvSpPr>
          <p:cNvPr id="1296" name="Google Shape;1296;p67"/>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97" name="Google Shape;1297;p6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98" name="Google Shape;1298;p67"/>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299" name="Google Shape;1299;p6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00" name="Google Shape;1300;p6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01" name="Google Shape;1301;p67"/>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02" name="Google Shape;1302;p6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1303" name="Google Shape;1303;p67"/>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1304" name="Google Shape;1304;p67"/>
          <p:cNvCxnSpPr/>
          <p:nvPr/>
        </p:nvCxnSpPr>
        <p:spPr>
          <a:xfrm>
            <a:off x="609600" y="38862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1305" name="Google Shape;1305;p67"/>
          <p:cNvSpPr txBox="1"/>
          <p:nvPr/>
        </p:nvSpPr>
        <p:spPr>
          <a:xfrm>
            <a:off x="647700" y="2716212"/>
            <a:ext cx="8077200" cy="1066800"/>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TCP can be best modeled as a </a:t>
            </a:r>
            <a:br>
              <a:rPr lang="en-US" sz="3200" b="1" i="1" u="none">
                <a:solidFill>
                  <a:schemeClr val="lt1"/>
                </a:solidFill>
                <a:latin typeface="Arial"/>
                <a:ea typeface="Arial"/>
                <a:cs typeface="Arial"/>
                <a:sym typeface="Arial"/>
              </a:rPr>
            </a:br>
            <a:r>
              <a:rPr lang="en-US" sz="3200" b="1" i="1" u="none">
                <a:solidFill>
                  <a:schemeClr val="lt1"/>
                </a:solidFill>
                <a:latin typeface="Arial"/>
                <a:ea typeface="Arial"/>
                <a:cs typeface="Arial"/>
                <a:sym typeface="Arial"/>
              </a:rPr>
              <a:t>Selective Repeat protocol.</a:t>
            </a:r>
            <a:endParaRPr/>
          </a:p>
        </p:txBody>
      </p:sp>
      <p:grpSp>
        <p:nvGrpSpPr>
          <p:cNvPr id="1306" name="Google Shape;1306;p67"/>
          <p:cNvGrpSpPr/>
          <p:nvPr/>
        </p:nvGrpSpPr>
        <p:grpSpPr>
          <a:xfrm>
            <a:off x="609600" y="1981200"/>
            <a:ext cx="1143000" cy="566737"/>
            <a:chOff x="1200" y="1248"/>
            <a:chExt cx="720" cy="357"/>
          </a:xfrm>
        </p:grpSpPr>
        <p:pic>
          <p:nvPicPr>
            <p:cNvPr id="1307" name="Google Shape;1307;p67"/>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1308" name="Google Shape;1308;p67"/>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03"/>
                                        </p:tgtEl>
                                        <p:attrNameLst>
                                          <p:attrName>style.visibility</p:attrName>
                                        </p:attrNameLst>
                                      </p:cBhvr>
                                      <p:to>
                                        <p:strVal val="visible"/>
                                      </p:to>
                                    </p:set>
                                    <p:animEffect transition="in" filter="fade">
                                      <p:cBhvr>
                                        <p:cTn id="7" dur="500"/>
                                        <p:tgtEl>
                                          <p:spTgt spid="130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04"/>
                                        </p:tgtEl>
                                        <p:attrNameLst>
                                          <p:attrName>style.visibility</p:attrName>
                                        </p:attrNameLst>
                                      </p:cBhvr>
                                      <p:to>
                                        <p:strVal val="visible"/>
                                      </p:to>
                                    </p:set>
                                    <p:animEffect transition="in" filter="fade">
                                      <p:cBhvr>
                                        <p:cTn id="11" dur="500"/>
                                        <p:tgtEl>
                                          <p:spTgt spid="130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305"/>
                                        </p:tgtEl>
                                        <p:attrNameLst>
                                          <p:attrName>style.visibility</p:attrName>
                                        </p:attrNameLst>
                                      </p:cBhvr>
                                      <p:to>
                                        <p:strVal val="visible"/>
                                      </p:to>
                                    </p:set>
                                    <p:animEffect transition="in" filter="fade">
                                      <p:cBhvr>
                                        <p:cTn id="15" dur="500"/>
                                        <p:tgtEl>
                                          <p:spTgt spid="1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313"/>
        <p:cNvGrpSpPr/>
        <p:nvPr/>
      </p:nvGrpSpPr>
      <p:grpSpPr>
        <a:xfrm>
          <a:off x="0" y="0"/>
          <a:ext cx="0" cy="0"/>
          <a:chOff x="0" y="0"/>
          <a:chExt cx="0" cy="0"/>
        </a:xfrm>
      </p:grpSpPr>
      <p:sp>
        <p:nvSpPr>
          <p:cNvPr id="1314" name="Google Shape;1314;p68"/>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315" name="Google Shape;1315;p68"/>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68</a:t>
            </a:fld>
            <a:endParaRPr/>
          </a:p>
        </p:txBody>
      </p:sp>
      <p:sp>
        <p:nvSpPr>
          <p:cNvPr id="1316" name="Google Shape;1316;p68"/>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15.27</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Simplified FSM for sender site</a:t>
            </a:r>
            <a:endParaRPr/>
          </a:p>
        </p:txBody>
      </p:sp>
      <p:sp>
        <p:nvSpPr>
          <p:cNvPr id="1317" name="Google Shape;1317;p68"/>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18" name="Google Shape;1318;p6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19" name="Google Shape;1319;p68"/>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20" name="Google Shape;1320;p6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21" name="Google Shape;1321;p6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22" name="Google Shape;1322;p68"/>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23" name="Google Shape;1323;p6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324" name="Google Shape;1324;p68"/>
          <p:cNvPicPr preferRelativeResize="0"/>
          <p:nvPr/>
        </p:nvPicPr>
        <p:blipFill rotWithShape="1">
          <a:blip r:embed="rId3">
            <a:alphaModFix/>
          </a:blip>
          <a:srcRect/>
          <a:stretch/>
        </p:blipFill>
        <p:spPr>
          <a:xfrm>
            <a:off x="428625" y="1123950"/>
            <a:ext cx="8513762" cy="5049837"/>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329"/>
        <p:cNvGrpSpPr/>
        <p:nvPr/>
      </p:nvGrpSpPr>
      <p:grpSpPr>
        <a:xfrm>
          <a:off x="0" y="0"/>
          <a:ext cx="0" cy="0"/>
          <a:chOff x="0" y="0"/>
          <a:chExt cx="0" cy="0"/>
        </a:xfrm>
      </p:grpSpPr>
      <p:sp>
        <p:nvSpPr>
          <p:cNvPr id="1330" name="Google Shape;1330;p69"/>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331" name="Google Shape;1331;p69"/>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69</a:t>
            </a:fld>
            <a:endParaRPr/>
          </a:p>
        </p:txBody>
      </p:sp>
      <p:sp>
        <p:nvSpPr>
          <p:cNvPr id="1332" name="Google Shape;1332;p69"/>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15.28</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Simplified FSM for the receiver site</a:t>
            </a:r>
            <a:endParaRPr/>
          </a:p>
        </p:txBody>
      </p:sp>
      <p:sp>
        <p:nvSpPr>
          <p:cNvPr id="1333" name="Google Shape;1333;p69"/>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34" name="Google Shape;1334;p6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35" name="Google Shape;1335;p69"/>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36" name="Google Shape;1336;p6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37" name="Google Shape;1337;p6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38" name="Google Shape;1338;p69"/>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39" name="Google Shape;1339;p6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340" name="Google Shape;1340;p69"/>
          <p:cNvPicPr preferRelativeResize="0"/>
          <p:nvPr/>
        </p:nvPicPr>
        <p:blipFill rotWithShape="1">
          <a:blip r:embed="rId3">
            <a:alphaModFix/>
          </a:blip>
          <a:srcRect/>
          <a:stretch/>
        </p:blipFill>
        <p:spPr>
          <a:xfrm>
            <a:off x="1038225" y="925512"/>
            <a:ext cx="7496175" cy="5322887"/>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344"/>
        <p:cNvGrpSpPr/>
        <p:nvPr/>
      </p:nvGrpSpPr>
      <p:grpSpPr>
        <a:xfrm>
          <a:off x="0" y="0"/>
          <a:ext cx="0" cy="0"/>
          <a:chOff x="0" y="0"/>
          <a:chExt cx="0" cy="0"/>
        </a:xfrm>
      </p:grpSpPr>
      <p:sp>
        <p:nvSpPr>
          <p:cNvPr id="1345" name="Google Shape;1345;p70"/>
          <p:cNvSpPr txBox="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400"/>
              <a:buFont typeface="Comic Sans MS"/>
              <a:buNone/>
            </a:pPr>
            <a:r>
              <a:rPr lang="en-US" sz="1400" b="0" i="0" u="none">
                <a:solidFill>
                  <a:schemeClr val="dk1"/>
                </a:solidFill>
                <a:latin typeface="Comic Sans MS"/>
                <a:ea typeface="Comic Sans MS"/>
                <a:cs typeface="Comic Sans MS"/>
                <a:sym typeface="Comic Sans MS"/>
              </a:rPr>
              <a:t>TCP/IP Protocol Suite</a:t>
            </a:r>
            <a:endParaRPr/>
          </a:p>
        </p:txBody>
      </p:sp>
      <p:sp>
        <p:nvSpPr>
          <p:cNvPr id="1346" name="Google Shape;1346;p70"/>
          <p:cNvSpPr txBox="1"/>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Comic Sans MS"/>
              <a:buNone/>
            </a:pPr>
            <a:fld id="{00000000-1234-1234-1234-123412341234}" type="slidenum">
              <a:rPr lang="en-US" sz="1400" b="0" i="0" u="none">
                <a:solidFill>
                  <a:schemeClr val="dk1"/>
                </a:solidFill>
                <a:latin typeface="Comic Sans MS"/>
                <a:ea typeface="Comic Sans MS"/>
                <a:cs typeface="Comic Sans MS"/>
                <a:sym typeface="Comic Sans MS"/>
              </a:rPr>
              <a:t>70</a:t>
            </a:fld>
            <a:endParaRPr/>
          </a:p>
        </p:txBody>
      </p:sp>
      <p:sp>
        <p:nvSpPr>
          <p:cNvPr id="1347" name="Google Shape;1347;p70"/>
          <p:cNvSpPr txBox="1">
            <a:spLocks noGrp="1"/>
          </p:cNvSpPr>
          <p:nvPr>
            <p:ph type="title"/>
          </p:nvPr>
        </p:nvSpPr>
        <p:spPr>
          <a:xfrm>
            <a:off x="685800" y="228600"/>
            <a:ext cx="6870700" cy="83661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0000CC"/>
              </a:buClr>
              <a:buSzPts val="3600"/>
              <a:buFont typeface="Comic Sans MS"/>
              <a:buNone/>
            </a:pPr>
            <a:r>
              <a:rPr lang="en-US" sz="3600" b="1" i="0" u="none">
                <a:solidFill>
                  <a:srgbClr val="0000CC"/>
                </a:solidFill>
                <a:latin typeface="Comic Sans MS"/>
                <a:ea typeface="Comic Sans MS"/>
                <a:cs typeface="Comic Sans MS"/>
                <a:sym typeface="Comic Sans MS"/>
              </a:rPr>
              <a:t>Rules for Generating ACK (1)</a:t>
            </a:r>
            <a:endParaRPr/>
          </a:p>
        </p:txBody>
      </p:sp>
      <p:sp>
        <p:nvSpPr>
          <p:cNvPr id="1348" name="Google Shape;1348;p70"/>
          <p:cNvSpPr txBox="1">
            <a:spLocks noGrp="1"/>
          </p:cNvSpPr>
          <p:nvPr>
            <p:ph type="body" idx="1"/>
          </p:nvPr>
        </p:nvSpPr>
        <p:spPr>
          <a:xfrm>
            <a:off x="685800" y="1219200"/>
            <a:ext cx="7696200" cy="4572000"/>
          </a:xfrm>
          <a:prstGeom prst="rect">
            <a:avLst/>
          </a:prstGeom>
          <a:noFill/>
          <a:ln>
            <a:noFill/>
          </a:ln>
        </p:spPr>
        <p:txBody>
          <a:bodyPr spcFirstLastPara="1" wrap="square" lIns="91425" tIns="45700" rIns="91425" bIns="45700" anchor="t" anchorCtr="0">
            <a:noAutofit/>
          </a:bodyPr>
          <a:lstStyle/>
          <a:p>
            <a:pPr marL="808037" lvl="1" indent="-263524" algn="l" rtl="0">
              <a:lnSpc>
                <a:spcPct val="90000"/>
              </a:lnSpc>
              <a:spcBef>
                <a:spcPts val="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1. When one end sends a data segment to the other end, it must include an ACK.  That gives the next sequence number it expects to receive. (</a:t>
            </a:r>
            <a:r>
              <a:rPr lang="en-US" sz="2400" b="0" i="0" u="none">
                <a:solidFill>
                  <a:schemeClr val="dk2"/>
                </a:solidFill>
                <a:latin typeface="Comic Sans MS"/>
                <a:ea typeface="Comic Sans MS"/>
                <a:cs typeface="Comic Sans MS"/>
                <a:sym typeface="Comic Sans MS"/>
              </a:rPr>
              <a:t>Piggyback</a:t>
            </a:r>
            <a:r>
              <a:rPr lang="en-US" sz="2400" b="0" i="0" u="none">
                <a:solidFill>
                  <a:schemeClr val="dk1"/>
                </a:solidFill>
                <a:latin typeface="Comic Sans MS"/>
                <a:ea typeface="Comic Sans MS"/>
                <a:cs typeface="Comic Sans MS"/>
                <a:sym typeface="Comic Sans MS"/>
              </a:rPr>
              <a:t>)</a:t>
            </a:r>
            <a:endParaRPr/>
          </a:p>
          <a:p>
            <a:pPr marL="808037" lvl="1" indent="-263524" algn="l" rtl="0">
              <a:lnSpc>
                <a:spcPct val="90000"/>
              </a:lnSpc>
              <a:spcBef>
                <a:spcPts val="96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2.</a:t>
            </a:r>
            <a:r>
              <a:rPr lang="en-US" sz="2400" b="0" i="0" u="none">
                <a:solidFill>
                  <a:schemeClr val="dk2"/>
                </a:solidFill>
                <a:latin typeface="Comic Sans MS"/>
                <a:ea typeface="Comic Sans MS"/>
                <a:cs typeface="Comic Sans MS"/>
                <a:sym typeface="Comic Sans MS"/>
              </a:rPr>
              <a:t> </a:t>
            </a:r>
            <a:r>
              <a:rPr lang="en-US" sz="2400" b="0" i="0" u="none">
                <a:solidFill>
                  <a:schemeClr val="dk1"/>
                </a:solidFill>
                <a:latin typeface="Comic Sans MS"/>
                <a:ea typeface="Comic Sans MS"/>
                <a:cs typeface="Comic Sans MS"/>
                <a:sym typeface="Comic Sans MS"/>
              </a:rPr>
              <a:t>The receiver needs to </a:t>
            </a:r>
            <a:r>
              <a:rPr lang="en-US" sz="2400" b="0" i="0" u="none">
                <a:solidFill>
                  <a:schemeClr val="dk2"/>
                </a:solidFill>
                <a:latin typeface="Comic Sans MS"/>
                <a:ea typeface="Comic Sans MS"/>
                <a:cs typeface="Comic Sans MS"/>
                <a:sym typeface="Comic Sans MS"/>
              </a:rPr>
              <a:t>delay sending</a:t>
            </a:r>
            <a:r>
              <a:rPr lang="en-US" sz="2400" b="0" i="0" u="none">
                <a:solidFill>
                  <a:schemeClr val="dk1"/>
                </a:solidFill>
                <a:latin typeface="Comic Sans MS"/>
                <a:ea typeface="Comic Sans MS"/>
                <a:cs typeface="Comic Sans MS"/>
                <a:sym typeface="Comic Sans MS"/>
              </a:rPr>
              <a:t> (until </a:t>
            </a:r>
            <a:r>
              <a:rPr lang="en-US" sz="2400" b="0" i="0" u="none">
                <a:solidFill>
                  <a:schemeClr val="lt2"/>
                </a:solidFill>
                <a:latin typeface="Comic Sans MS"/>
                <a:ea typeface="Comic Sans MS"/>
                <a:cs typeface="Comic Sans MS"/>
                <a:sym typeface="Comic Sans MS"/>
              </a:rPr>
              <a:t>another segment arrives or 500ms</a:t>
            </a:r>
            <a:r>
              <a:rPr lang="en-US" sz="2400" b="0" i="0" u="none">
                <a:solidFill>
                  <a:schemeClr val="dk1"/>
                </a:solidFill>
                <a:latin typeface="Comic Sans MS"/>
                <a:ea typeface="Comic Sans MS"/>
                <a:cs typeface="Comic Sans MS"/>
                <a:sym typeface="Comic Sans MS"/>
              </a:rPr>
              <a:t>) an ACK segment if there is only one outstanding in-order segment. It prevents ACK segments from creating extra traffic</a:t>
            </a:r>
            <a:r>
              <a:rPr lang="en-US" sz="2400" b="0" i="0" u="none">
                <a:solidFill>
                  <a:schemeClr val="dk2"/>
                </a:solidFill>
                <a:latin typeface="Comic Sans MS"/>
                <a:ea typeface="Comic Sans MS"/>
                <a:cs typeface="Comic Sans MS"/>
                <a:sym typeface="Comic Sans MS"/>
              </a:rPr>
              <a:t>.</a:t>
            </a:r>
            <a:endParaRPr/>
          </a:p>
          <a:p>
            <a:pPr marL="808037" lvl="1" indent="-263524" algn="l" rtl="0">
              <a:lnSpc>
                <a:spcPct val="90000"/>
              </a:lnSpc>
              <a:spcBef>
                <a:spcPts val="96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3. There </a:t>
            </a:r>
            <a:r>
              <a:rPr lang="en-US" sz="2400" b="0" i="0" u="none">
                <a:solidFill>
                  <a:schemeClr val="dk2"/>
                </a:solidFill>
                <a:latin typeface="Comic Sans MS"/>
                <a:ea typeface="Comic Sans MS"/>
                <a:cs typeface="Comic Sans MS"/>
                <a:sym typeface="Comic Sans MS"/>
              </a:rPr>
              <a:t>should not be more than 2 in-order unacknowledged segments</a:t>
            </a:r>
            <a:r>
              <a:rPr lang="en-US" sz="2400" b="0" i="0" u="none">
                <a:solidFill>
                  <a:schemeClr val="dk1"/>
                </a:solidFill>
                <a:latin typeface="Comic Sans MS"/>
                <a:ea typeface="Comic Sans MS"/>
                <a:cs typeface="Comic Sans MS"/>
                <a:sym typeface="Comic Sans MS"/>
              </a:rPr>
              <a:t> at any time. It prevent the unnecessary retransmission</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352"/>
        <p:cNvGrpSpPr/>
        <p:nvPr/>
      </p:nvGrpSpPr>
      <p:grpSpPr>
        <a:xfrm>
          <a:off x="0" y="0"/>
          <a:ext cx="0" cy="0"/>
          <a:chOff x="0" y="0"/>
          <a:chExt cx="0" cy="0"/>
        </a:xfrm>
      </p:grpSpPr>
      <p:sp>
        <p:nvSpPr>
          <p:cNvPr id="1353" name="Google Shape;1353;p71"/>
          <p:cNvSpPr txBox="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400"/>
              <a:buFont typeface="Comic Sans MS"/>
              <a:buNone/>
            </a:pPr>
            <a:r>
              <a:rPr lang="en-US" sz="1400" b="0" i="0" u="none">
                <a:solidFill>
                  <a:schemeClr val="dk1"/>
                </a:solidFill>
                <a:latin typeface="Comic Sans MS"/>
                <a:ea typeface="Comic Sans MS"/>
                <a:cs typeface="Comic Sans MS"/>
                <a:sym typeface="Comic Sans MS"/>
              </a:rPr>
              <a:t>TCP/IP Protocol Suite</a:t>
            </a:r>
            <a:endParaRPr/>
          </a:p>
        </p:txBody>
      </p:sp>
      <p:sp>
        <p:nvSpPr>
          <p:cNvPr id="1354" name="Google Shape;1354;p71"/>
          <p:cNvSpPr txBox="1"/>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Comic Sans MS"/>
              <a:buNone/>
            </a:pPr>
            <a:fld id="{00000000-1234-1234-1234-123412341234}" type="slidenum">
              <a:rPr lang="en-US" sz="1400" b="0" i="0" u="none">
                <a:solidFill>
                  <a:schemeClr val="dk1"/>
                </a:solidFill>
                <a:latin typeface="Comic Sans MS"/>
                <a:ea typeface="Comic Sans MS"/>
                <a:cs typeface="Comic Sans MS"/>
                <a:sym typeface="Comic Sans MS"/>
              </a:rPr>
              <a:t>71</a:t>
            </a:fld>
            <a:endParaRPr/>
          </a:p>
        </p:txBody>
      </p:sp>
      <p:sp>
        <p:nvSpPr>
          <p:cNvPr id="1355" name="Google Shape;1355;p71"/>
          <p:cNvSpPr txBox="1">
            <a:spLocks noGrp="1"/>
          </p:cNvSpPr>
          <p:nvPr>
            <p:ph type="title"/>
          </p:nvPr>
        </p:nvSpPr>
        <p:spPr>
          <a:xfrm>
            <a:off x="685800" y="228600"/>
            <a:ext cx="6870700" cy="83661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0000CC"/>
              </a:buClr>
              <a:buSzPts val="3600"/>
              <a:buFont typeface="Comic Sans MS"/>
              <a:buNone/>
            </a:pPr>
            <a:r>
              <a:rPr lang="en-US" sz="3600" b="1" i="0" u="none">
                <a:solidFill>
                  <a:srgbClr val="0000CC"/>
                </a:solidFill>
                <a:latin typeface="Comic Sans MS"/>
                <a:ea typeface="Comic Sans MS"/>
                <a:cs typeface="Comic Sans MS"/>
                <a:sym typeface="Comic Sans MS"/>
              </a:rPr>
              <a:t>Rules for Generating ACK (2)</a:t>
            </a:r>
            <a:endParaRPr/>
          </a:p>
        </p:txBody>
      </p:sp>
      <p:sp>
        <p:nvSpPr>
          <p:cNvPr id="1356" name="Google Shape;1356;p71"/>
          <p:cNvSpPr txBox="1">
            <a:spLocks noGrp="1"/>
          </p:cNvSpPr>
          <p:nvPr>
            <p:ph type="body" idx="1"/>
          </p:nvPr>
        </p:nvSpPr>
        <p:spPr>
          <a:xfrm>
            <a:off x="685800" y="1219200"/>
            <a:ext cx="7696200" cy="4572000"/>
          </a:xfrm>
          <a:prstGeom prst="rect">
            <a:avLst/>
          </a:prstGeom>
          <a:noFill/>
          <a:ln>
            <a:noFill/>
          </a:ln>
        </p:spPr>
        <p:txBody>
          <a:bodyPr spcFirstLastPara="1" wrap="square" lIns="91425" tIns="45700" rIns="91425" bIns="45700" anchor="t" anchorCtr="0">
            <a:noAutofit/>
          </a:bodyPr>
          <a:lstStyle/>
          <a:p>
            <a:pPr marL="808037" lvl="1" indent="-263524" algn="l" rtl="0">
              <a:lnSpc>
                <a:spcPct val="100000"/>
              </a:lnSpc>
              <a:spcBef>
                <a:spcPts val="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4. When a </a:t>
            </a:r>
            <a:r>
              <a:rPr lang="en-US" sz="2400" b="0" i="0" u="none">
                <a:solidFill>
                  <a:schemeClr val="lt2"/>
                </a:solidFill>
                <a:latin typeface="Comic Sans MS"/>
                <a:ea typeface="Comic Sans MS"/>
                <a:cs typeface="Comic Sans MS"/>
                <a:sym typeface="Comic Sans MS"/>
              </a:rPr>
              <a:t>segment arrives with an out-of-order sequence number</a:t>
            </a:r>
            <a:r>
              <a:rPr lang="en-US" sz="2400" b="0" i="0" u="none">
                <a:solidFill>
                  <a:schemeClr val="dk1"/>
                </a:solidFill>
                <a:latin typeface="Comic Sans MS"/>
                <a:ea typeface="Comic Sans MS"/>
                <a:cs typeface="Comic Sans MS"/>
                <a:sym typeface="Comic Sans MS"/>
              </a:rPr>
              <a:t> that is higher than expected, the receiver immediately sends an ACK segment announcing the sequence number of the next expected segment. (for </a:t>
            </a:r>
            <a:r>
              <a:rPr lang="en-US" sz="2400" b="0" i="0" u="none">
                <a:solidFill>
                  <a:schemeClr val="dk2"/>
                </a:solidFill>
                <a:latin typeface="Comic Sans MS"/>
                <a:ea typeface="Comic Sans MS"/>
                <a:cs typeface="Comic Sans MS"/>
                <a:sym typeface="Comic Sans MS"/>
              </a:rPr>
              <a:t>fast retransmission</a:t>
            </a:r>
            <a:r>
              <a:rPr lang="en-US" sz="2400" b="0" i="0" u="none">
                <a:solidFill>
                  <a:schemeClr val="dk1"/>
                </a:solidFill>
                <a:latin typeface="Comic Sans MS"/>
                <a:ea typeface="Comic Sans MS"/>
                <a:cs typeface="Comic Sans MS"/>
                <a:sym typeface="Comic Sans MS"/>
              </a:rPr>
              <a:t>)</a:t>
            </a:r>
            <a:endParaRPr/>
          </a:p>
          <a:p>
            <a:pPr marL="808037" lvl="1" indent="-263524" algn="l" rtl="0">
              <a:lnSpc>
                <a:spcPct val="100000"/>
              </a:lnSpc>
              <a:spcBef>
                <a:spcPts val="96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5.</a:t>
            </a:r>
            <a:r>
              <a:rPr lang="en-US" sz="2400" b="0" i="0" u="none">
                <a:solidFill>
                  <a:schemeClr val="dk2"/>
                </a:solidFill>
                <a:latin typeface="Comic Sans MS"/>
                <a:ea typeface="Comic Sans MS"/>
                <a:cs typeface="Comic Sans MS"/>
                <a:sym typeface="Comic Sans MS"/>
              </a:rPr>
              <a:t> </a:t>
            </a:r>
            <a:r>
              <a:rPr lang="en-US" sz="2400" b="0" i="0" u="none">
                <a:solidFill>
                  <a:schemeClr val="dk1"/>
                </a:solidFill>
                <a:latin typeface="Comic Sans MS"/>
                <a:ea typeface="Comic Sans MS"/>
                <a:cs typeface="Comic Sans MS"/>
                <a:sym typeface="Comic Sans MS"/>
              </a:rPr>
              <a:t>When a </a:t>
            </a:r>
            <a:r>
              <a:rPr lang="en-US" sz="2400" b="0" i="0" u="none">
                <a:solidFill>
                  <a:schemeClr val="lt2"/>
                </a:solidFill>
                <a:latin typeface="Comic Sans MS"/>
                <a:ea typeface="Comic Sans MS"/>
                <a:cs typeface="Comic Sans MS"/>
                <a:sym typeface="Comic Sans MS"/>
              </a:rPr>
              <a:t>missing segment</a:t>
            </a:r>
            <a:r>
              <a:rPr lang="en-US" sz="2400" b="0" i="0" u="none">
                <a:solidFill>
                  <a:schemeClr val="dk1"/>
                </a:solidFill>
                <a:latin typeface="Comic Sans MS"/>
                <a:ea typeface="Comic Sans MS"/>
                <a:cs typeface="Comic Sans MS"/>
                <a:sym typeface="Comic Sans MS"/>
              </a:rPr>
              <a:t> arrives, the receiver sends an ACK segment to announce the next sequence number expected.</a:t>
            </a:r>
            <a:endParaRPr/>
          </a:p>
          <a:p>
            <a:pPr marL="808037" lvl="1" indent="-263524" algn="l" rtl="0">
              <a:lnSpc>
                <a:spcPct val="100000"/>
              </a:lnSpc>
              <a:spcBef>
                <a:spcPts val="960"/>
              </a:spcBef>
              <a:spcAft>
                <a:spcPts val="0"/>
              </a:spcAft>
              <a:buClr>
                <a:schemeClr val="dk1"/>
              </a:buClr>
              <a:buSzPts val="2400"/>
              <a:buFont typeface="Comic Sans MS"/>
              <a:buChar char="–"/>
            </a:pPr>
            <a:r>
              <a:rPr lang="en-US" sz="2400" b="0" i="0" u="none">
                <a:solidFill>
                  <a:schemeClr val="dk1"/>
                </a:solidFill>
                <a:latin typeface="Comic Sans MS"/>
                <a:ea typeface="Comic Sans MS"/>
                <a:cs typeface="Comic Sans MS"/>
                <a:sym typeface="Comic Sans MS"/>
              </a:rPr>
              <a:t>6. If a </a:t>
            </a:r>
            <a:r>
              <a:rPr lang="en-US" sz="2400" b="0" i="0" u="none">
                <a:solidFill>
                  <a:schemeClr val="lt2"/>
                </a:solidFill>
                <a:latin typeface="Comic Sans MS"/>
                <a:ea typeface="Comic Sans MS"/>
                <a:cs typeface="Comic Sans MS"/>
                <a:sym typeface="Comic Sans MS"/>
              </a:rPr>
              <a:t>duplicate segment</a:t>
            </a:r>
            <a:r>
              <a:rPr lang="en-US" sz="2400" b="0" i="0" u="none">
                <a:solidFill>
                  <a:schemeClr val="dk1"/>
                </a:solidFill>
                <a:latin typeface="Comic Sans MS"/>
                <a:ea typeface="Comic Sans MS"/>
                <a:cs typeface="Comic Sans MS"/>
                <a:sym typeface="Comic Sans MS"/>
              </a:rPr>
              <a:t> arrives, the receiver immediately sends an ACK.</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361"/>
        <p:cNvGrpSpPr/>
        <p:nvPr/>
      </p:nvGrpSpPr>
      <p:grpSpPr>
        <a:xfrm>
          <a:off x="0" y="0"/>
          <a:ext cx="0" cy="0"/>
          <a:chOff x="0" y="0"/>
          <a:chExt cx="0" cy="0"/>
        </a:xfrm>
      </p:grpSpPr>
      <p:sp>
        <p:nvSpPr>
          <p:cNvPr id="1362" name="Google Shape;1362;p72"/>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363" name="Google Shape;1363;p72"/>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72</a:t>
            </a:fld>
            <a:endParaRPr/>
          </a:p>
        </p:txBody>
      </p:sp>
      <p:sp>
        <p:nvSpPr>
          <p:cNvPr id="1364" name="Google Shape;1364;p72"/>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15.29</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Normal operation</a:t>
            </a:r>
            <a:endParaRPr/>
          </a:p>
        </p:txBody>
      </p:sp>
      <p:sp>
        <p:nvSpPr>
          <p:cNvPr id="1365" name="Google Shape;1365;p72"/>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66" name="Google Shape;1366;p7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67" name="Google Shape;1367;p72"/>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68" name="Google Shape;1368;p7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69" name="Google Shape;1369;p7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70" name="Google Shape;1370;p72"/>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71" name="Google Shape;1371;p7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372" name="Google Shape;1372;p72"/>
          <p:cNvPicPr preferRelativeResize="0"/>
          <p:nvPr/>
        </p:nvPicPr>
        <p:blipFill rotWithShape="1">
          <a:blip r:embed="rId3">
            <a:alphaModFix/>
          </a:blip>
          <a:srcRect/>
          <a:stretch/>
        </p:blipFill>
        <p:spPr>
          <a:xfrm>
            <a:off x="395287" y="1352550"/>
            <a:ext cx="8016875" cy="437515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377"/>
        <p:cNvGrpSpPr/>
        <p:nvPr/>
      </p:nvGrpSpPr>
      <p:grpSpPr>
        <a:xfrm>
          <a:off x="0" y="0"/>
          <a:ext cx="0" cy="0"/>
          <a:chOff x="0" y="0"/>
          <a:chExt cx="0" cy="0"/>
        </a:xfrm>
      </p:grpSpPr>
      <p:sp>
        <p:nvSpPr>
          <p:cNvPr id="1378" name="Google Shape;1378;p73"/>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379" name="Google Shape;1379;p73"/>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73</a:t>
            </a:fld>
            <a:endParaRPr/>
          </a:p>
        </p:txBody>
      </p:sp>
      <p:sp>
        <p:nvSpPr>
          <p:cNvPr id="1380" name="Google Shape;1380;p73"/>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15.30</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Lost segment</a:t>
            </a:r>
            <a:endParaRPr/>
          </a:p>
        </p:txBody>
      </p:sp>
      <p:sp>
        <p:nvSpPr>
          <p:cNvPr id="1381" name="Google Shape;1381;p73"/>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82" name="Google Shape;1382;p7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83" name="Google Shape;1383;p73"/>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84" name="Google Shape;1384;p7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85" name="Google Shape;1385;p7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86" name="Google Shape;1386;p73"/>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87" name="Google Shape;1387;p7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388" name="Google Shape;1388;p73"/>
          <p:cNvPicPr preferRelativeResize="0"/>
          <p:nvPr/>
        </p:nvPicPr>
        <p:blipFill rotWithShape="1">
          <a:blip r:embed="rId3">
            <a:alphaModFix/>
          </a:blip>
          <a:srcRect/>
          <a:stretch/>
        </p:blipFill>
        <p:spPr>
          <a:xfrm>
            <a:off x="153987" y="1617662"/>
            <a:ext cx="8755062" cy="4097337"/>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393"/>
        <p:cNvGrpSpPr/>
        <p:nvPr/>
      </p:nvGrpSpPr>
      <p:grpSpPr>
        <a:xfrm>
          <a:off x="0" y="0"/>
          <a:ext cx="0" cy="0"/>
          <a:chOff x="0" y="0"/>
          <a:chExt cx="0" cy="0"/>
        </a:xfrm>
      </p:grpSpPr>
      <p:sp>
        <p:nvSpPr>
          <p:cNvPr id="1394" name="Google Shape;1394;p74"/>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395" name="Google Shape;1395;p74"/>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74</a:t>
            </a:fld>
            <a:endParaRPr/>
          </a:p>
        </p:txBody>
      </p:sp>
      <p:sp>
        <p:nvSpPr>
          <p:cNvPr id="1396" name="Google Shape;1396;p74"/>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97" name="Google Shape;1397;p7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98" name="Google Shape;1398;p74"/>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399" name="Google Shape;1399;p7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00" name="Google Shape;1400;p7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01" name="Google Shape;1401;p74"/>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02" name="Google Shape;1402;p7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1403" name="Google Shape;1403;p74"/>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1404" name="Google Shape;1404;p74"/>
          <p:cNvCxnSpPr/>
          <p:nvPr/>
        </p:nvCxnSpPr>
        <p:spPr>
          <a:xfrm>
            <a:off x="609600" y="38862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1405" name="Google Shape;1405;p74"/>
          <p:cNvSpPr txBox="1"/>
          <p:nvPr/>
        </p:nvSpPr>
        <p:spPr>
          <a:xfrm>
            <a:off x="647700" y="2716212"/>
            <a:ext cx="8077200" cy="1066800"/>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The receiver TCP delivers only ordered data to the process.</a:t>
            </a:r>
            <a:endParaRPr/>
          </a:p>
        </p:txBody>
      </p:sp>
      <p:grpSp>
        <p:nvGrpSpPr>
          <p:cNvPr id="1406" name="Google Shape;1406;p74"/>
          <p:cNvGrpSpPr/>
          <p:nvPr/>
        </p:nvGrpSpPr>
        <p:grpSpPr>
          <a:xfrm>
            <a:off x="609600" y="1981200"/>
            <a:ext cx="1143000" cy="566737"/>
            <a:chOff x="1200" y="1248"/>
            <a:chExt cx="720" cy="357"/>
          </a:xfrm>
        </p:grpSpPr>
        <p:pic>
          <p:nvPicPr>
            <p:cNvPr id="1407" name="Google Shape;1407;p74"/>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1408" name="Google Shape;1408;p74"/>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03"/>
                                        </p:tgtEl>
                                        <p:attrNameLst>
                                          <p:attrName>style.visibility</p:attrName>
                                        </p:attrNameLst>
                                      </p:cBhvr>
                                      <p:to>
                                        <p:strVal val="visible"/>
                                      </p:to>
                                    </p:set>
                                    <p:animEffect transition="in" filter="fade">
                                      <p:cBhvr>
                                        <p:cTn id="7" dur="500"/>
                                        <p:tgtEl>
                                          <p:spTgt spid="140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404"/>
                                        </p:tgtEl>
                                        <p:attrNameLst>
                                          <p:attrName>style.visibility</p:attrName>
                                        </p:attrNameLst>
                                      </p:cBhvr>
                                      <p:to>
                                        <p:strVal val="visible"/>
                                      </p:to>
                                    </p:set>
                                    <p:animEffect transition="in" filter="fade">
                                      <p:cBhvr>
                                        <p:cTn id="11" dur="500"/>
                                        <p:tgtEl>
                                          <p:spTgt spid="140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405"/>
                                        </p:tgtEl>
                                        <p:attrNameLst>
                                          <p:attrName>style.visibility</p:attrName>
                                        </p:attrNameLst>
                                      </p:cBhvr>
                                      <p:to>
                                        <p:strVal val="visible"/>
                                      </p:to>
                                    </p:set>
                                    <p:animEffect transition="in" filter="fade">
                                      <p:cBhvr>
                                        <p:cTn id="15" dur="500"/>
                                        <p:tgtEl>
                                          <p:spTgt spid="1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413"/>
        <p:cNvGrpSpPr/>
        <p:nvPr/>
      </p:nvGrpSpPr>
      <p:grpSpPr>
        <a:xfrm>
          <a:off x="0" y="0"/>
          <a:ext cx="0" cy="0"/>
          <a:chOff x="0" y="0"/>
          <a:chExt cx="0" cy="0"/>
        </a:xfrm>
      </p:grpSpPr>
      <p:sp>
        <p:nvSpPr>
          <p:cNvPr id="1414" name="Google Shape;1414;p75"/>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415" name="Google Shape;1415;p75"/>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75</a:t>
            </a:fld>
            <a:endParaRPr/>
          </a:p>
        </p:txBody>
      </p:sp>
      <p:sp>
        <p:nvSpPr>
          <p:cNvPr id="1416" name="Google Shape;1416;p75"/>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15.31</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Fast retransmission</a:t>
            </a:r>
            <a:endParaRPr/>
          </a:p>
        </p:txBody>
      </p:sp>
      <p:sp>
        <p:nvSpPr>
          <p:cNvPr id="1417" name="Google Shape;1417;p75"/>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18" name="Google Shape;1418;p7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19" name="Google Shape;1419;p75"/>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20" name="Google Shape;1420;p7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21" name="Google Shape;1421;p7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22" name="Google Shape;1422;p75"/>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23" name="Google Shape;1423;p7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424" name="Google Shape;1424;p75"/>
          <p:cNvPicPr preferRelativeResize="0"/>
          <p:nvPr/>
        </p:nvPicPr>
        <p:blipFill rotWithShape="1">
          <a:blip r:embed="rId3">
            <a:alphaModFix/>
          </a:blip>
          <a:srcRect/>
          <a:stretch/>
        </p:blipFill>
        <p:spPr>
          <a:xfrm>
            <a:off x="968375" y="1001712"/>
            <a:ext cx="7413625" cy="5170487"/>
          </a:xfrm>
          <a:prstGeom prst="rect">
            <a:avLst/>
          </a:prstGeom>
          <a:noFill/>
          <a:ln>
            <a:noFill/>
          </a:ln>
        </p:spPr>
      </p:pic>
      <p:pic>
        <p:nvPicPr>
          <p:cNvPr id="1425" name="Google Shape;1425;p75"/>
          <p:cNvPicPr preferRelativeResize="0"/>
          <p:nvPr/>
        </p:nvPicPr>
        <p:blipFill rotWithShape="1">
          <a:blip r:embed="rId4">
            <a:alphaModFix/>
          </a:blip>
          <a:srcRect/>
          <a:stretch/>
        </p:blipFill>
        <p:spPr>
          <a:xfrm>
            <a:off x="7229475" y="3433762"/>
            <a:ext cx="1181100" cy="1352550"/>
          </a:xfrm>
          <a:prstGeom prst="rect">
            <a:avLst/>
          </a:prstGeom>
          <a:noFill/>
          <a:ln>
            <a:noFill/>
          </a:ln>
        </p:spPr>
      </p:pic>
      <p:pic>
        <p:nvPicPr>
          <p:cNvPr id="1426" name="Google Shape;1426;p75"/>
          <p:cNvPicPr preferRelativeResize="0"/>
          <p:nvPr/>
        </p:nvPicPr>
        <p:blipFill rotWithShape="1">
          <a:blip r:embed="rId5">
            <a:alphaModFix/>
          </a:blip>
          <a:srcRect/>
          <a:stretch/>
        </p:blipFill>
        <p:spPr>
          <a:xfrm>
            <a:off x="7232650" y="3719512"/>
            <a:ext cx="1219200" cy="323850"/>
          </a:xfrm>
          <a:prstGeom prst="rect">
            <a:avLst/>
          </a:prstGeom>
          <a:noFill/>
          <a:ln>
            <a:noFill/>
          </a:ln>
        </p:spPr>
      </p:pic>
      <p:pic>
        <p:nvPicPr>
          <p:cNvPr id="1427" name="Google Shape;1427;p75"/>
          <p:cNvPicPr preferRelativeResize="0"/>
          <p:nvPr/>
        </p:nvPicPr>
        <p:blipFill rotWithShape="1">
          <a:blip r:embed="rId6">
            <a:alphaModFix/>
          </a:blip>
          <a:srcRect/>
          <a:stretch/>
        </p:blipFill>
        <p:spPr>
          <a:xfrm>
            <a:off x="7210425" y="4419600"/>
            <a:ext cx="1228725" cy="371475"/>
          </a:xfrm>
          <a:prstGeom prst="rect">
            <a:avLst/>
          </a:prstGeom>
          <a:noFill/>
          <a:ln>
            <a:noFill/>
          </a:ln>
        </p:spPr>
      </p:pic>
      <p:pic>
        <p:nvPicPr>
          <p:cNvPr id="1428" name="Google Shape;1428;p75"/>
          <p:cNvPicPr preferRelativeResize="0"/>
          <p:nvPr/>
        </p:nvPicPr>
        <p:blipFill rotWithShape="1">
          <a:blip r:embed="rId7">
            <a:alphaModFix/>
          </a:blip>
          <a:srcRect/>
          <a:stretch/>
        </p:blipFill>
        <p:spPr>
          <a:xfrm>
            <a:off x="7889875" y="4445000"/>
            <a:ext cx="523875" cy="304800"/>
          </a:xfrm>
          <a:prstGeom prst="rect">
            <a:avLst/>
          </a:prstGeom>
          <a:noFill/>
          <a:ln>
            <a:noFill/>
          </a:ln>
        </p:spPr>
      </p:pic>
      <p:pic>
        <p:nvPicPr>
          <p:cNvPr id="1429" name="Google Shape;1429;p75"/>
          <p:cNvPicPr preferRelativeResize="0"/>
          <p:nvPr/>
        </p:nvPicPr>
        <p:blipFill rotWithShape="1">
          <a:blip r:embed="rId8">
            <a:alphaModFix/>
          </a:blip>
          <a:srcRect/>
          <a:stretch/>
        </p:blipFill>
        <p:spPr>
          <a:xfrm>
            <a:off x="7229475" y="5265737"/>
            <a:ext cx="1228725" cy="56197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434"/>
        <p:cNvGrpSpPr/>
        <p:nvPr/>
      </p:nvGrpSpPr>
      <p:grpSpPr>
        <a:xfrm>
          <a:off x="0" y="0"/>
          <a:ext cx="0" cy="0"/>
          <a:chOff x="0" y="0"/>
          <a:chExt cx="0" cy="0"/>
        </a:xfrm>
      </p:grpSpPr>
      <p:sp>
        <p:nvSpPr>
          <p:cNvPr id="1435" name="Google Shape;1435;p76"/>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436" name="Google Shape;1436;p76"/>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76</a:t>
            </a:fld>
            <a:endParaRPr/>
          </a:p>
        </p:txBody>
      </p:sp>
      <p:sp>
        <p:nvSpPr>
          <p:cNvPr id="1437" name="Google Shape;1437;p76"/>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15.32</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Lost acknowledgment</a:t>
            </a:r>
            <a:endParaRPr/>
          </a:p>
        </p:txBody>
      </p:sp>
      <p:sp>
        <p:nvSpPr>
          <p:cNvPr id="1438" name="Google Shape;1438;p76"/>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39" name="Google Shape;1439;p7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40" name="Google Shape;1440;p76"/>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41" name="Google Shape;1441;p7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42" name="Google Shape;1442;p7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43" name="Google Shape;1443;p76"/>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44" name="Google Shape;1444;p7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445" name="Google Shape;1445;p76"/>
          <p:cNvPicPr preferRelativeResize="0"/>
          <p:nvPr/>
        </p:nvPicPr>
        <p:blipFill rotWithShape="1">
          <a:blip r:embed="rId3">
            <a:alphaModFix/>
          </a:blip>
          <a:srcRect/>
          <a:stretch/>
        </p:blipFill>
        <p:spPr>
          <a:xfrm>
            <a:off x="620712" y="1543050"/>
            <a:ext cx="7651750" cy="41338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450"/>
        <p:cNvGrpSpPr/>
        <p:nvPr/>
      </p:nvGrpSpPr>
      <p:grpSpPr>
        <a:xfrm>
          <a:off x="0" y="0"/>
          <a:ext cx="0" cy="0"/>
          <a:chOff x="0" y="0"/>
          <a:chExt cx="0" cy="0"/>
        </a:xfrm>
      </p:grpSpPr>
      <p:sp>
        <p:nvSpPr>
          <p:cNvPr id="1451" name="Google Shape;1451;p77"/>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452" name="Google Shape;1452;p77"/>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77</a:t>
            </a:fld>
            <a:endParaRPr/>
          </a:p>
        </p:txBody>
      </p:sp>
      <p:sp>
        <p:nvSpPr>
          <p:cNvPr id="1453" name="Google Shape;1453;p77"/>
          <p:cNvSpPr txBox="1"/>
          <p:nvPr/>
        </p:nvSpPr>
        <p:spPr>
          <a:xfrm>
            <a:off x="990600" y="90487"/>
            <a:ext cx="79248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15.33</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Lost acknowledgment corrected by resending a segment</a:t>
            </a:r>
            <a:endParaRPr/>
          </a:p>
        </p:txBody>
      </p:sp>
      <p:sp>
        <p:nvSpPr>
          <p:cNvPr id="1454" name="Google Shape;1454;p77"/>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55" name="Google Shape;1455;p7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56" name="Google Shape;1456;p77"/>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57" name="Google Shape;1457;p7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58" name="Google Shape;1458;p7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59" name="Google Shape;1459;p77"/>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60" name="Google Shape;1460;p7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461" name="Google Shape;1461;p77"/>
          <p:cNvPicPr preferRelativeResize="0"/>
          <p:nvPr/>
        </p:nvPicPr>
        <p:blipFill rotWithShape="1">
          <a:blip r:embed="rId3">
            <a:alphaModFix/>
          </a:blip>
          <a:srcRect/>
          <a:stretch/>
        </p:blipFill>
        <p:spPr>
          <a:xfrm>
            <a:off x="522287" y="1689100"/>
            <a:ext cx="8197850" cy="37973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466"/>
        <p:cNvGrpSpPr/>
        <p:nvPr/>
      </p:nvGrpSpPr>
      <p:grpSpPr>
        <a:xfrm>
          <a:off x="0" y="0"/>
          <a:ext cx="0" cy="0"/>
          <a:chOff x="0" y="0"/>
          <a:chExt cx="0" cy="0"/>
        </a:xfrm>
      </p:grpSpPr>
      <p:sp>
        <p:nvSpPr>
          <p:cNvPr id="1467" name="Google Shape;1467;p78"/>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468" name="Google Shape;1468;p78"/>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78</a:t>
            </a:fld>
            <a:endParaRPr/>
          </a:p>
        </p:txBody>
      </p:sp>
      <p:sp>
        <p:nvSpPr>
          <p:cNvPr id="1469" name="Google Shape;1469;p78"/>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70" name="Google Shape;1470;p7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71" name="Google Shape;1471;p78"/>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72" name="Google Shape;1472;p7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73" name="Google Shape;1473;p7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74" name="Google Shape;1474;p78"/>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75" name="Google Shape;1475;p7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1476" name="Google Shape;1476;p78"/>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1477" name="Google Shape;1477;p78"/>
          <p:cNvCxnSpPr/>
          <p:nvPr/>
        </p:nvCxnSpPr>
        <p:spPr>
          <a:xfrm>
            <a:off x="609600" y="43434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1478" name="Google Shape;1478;p78"/>
          <p:cNvSpPr txBox="1"/>
          <p:nvPr/>
        </p:nvSpPr>
        <p:spPr>
          <a:xfrm>
            <a:off x="647700" y="2716212"/>
            <a:ext cx="8077200" cy="1554162"/>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Lost acknowledgments may create deadlock if they are not</a:t>
            </a:r>
            <a:endParaRPr/>
          </a:p>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properly handled.</a:t>
            </a:r>
            <a:endParaRPr/>
          </a:p>
        </p:txBody>
      </p:sp>
      <p:grpSp>
        <p:nvGrpSpPr>
          <p:cNvPr id="1479" name="Google Shape;1479;p78"/>
          <p:cNvGrpSpPr/>
          <p:nvPr/>
        </p:nvGrpSpPr>
        <p:grpSpPr>
          <a:xfrm>
            <a:off x="609600" y="1981200"/>
            <a:ext cx="1143000" cy="566737"/>
            <a:chOff x="1200" y="1248"/>
            <a:chExt cx="720" cy="357"/>
          </a:xfrm>
        </p:grpSpPr>
        <p:pic>
          <p:nvPicPr>
            <p:cNvPr id="1480" name="Google Shape;1480;p78"/>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1481" name="Google Shape;1481;p78"/>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76"/>
                                        </p:tgtEl>
                                        <p:attrNameLst>
                                          <p:attrName>style.visibility</p:attrName>
                                        </p:attrNameLst>
                                      </p:cBhvr>
                                      <p:to>
                                        <p:strVal val="visible"/>
                                      </p:to>
                                    </p:set>
                                    <p:animEffect transition="in" filter="fade">
                                      <p:cBhvr>
                                        <p:cTn id="7" dur="500"/>
                                        <p:tgtEl>
                                          <p:spTgt spid="147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477"/>
                                        </p:tgtEl>
                                        <p:attrNameLst>
                                          <p:attrName>style.visibility</p:attrName>
                                        </p:attrNameLst>
                                      </p:cBhvr>
                                      <p:to>
                                        <p:strVal val="visible"/>
                                      </p:to>
                                    </p:set>
                                    <p:animEffect transition="in" filter="fade">
                                      <p:cBhvr>
                                        <p:cTn id="11" dur="500"/>
                                        <p:tgtEl>
                                          <p:spTgt spid="147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478"/>
                                        </p:tgtEl>
                                        <p:attrNameLst>
                                          <p:attrName>style.visibility</p:attrName>
                                        </p:attrNameLst>
                                      </p:cBhvr>
                                      <p:to>
                                        <p:strVal val="visible"/>
                                      </p:to>
                                    </p:set>
                                    <p:animEffect transition="in" filter="fade">
                                      <p:cBhvr>
                                        <p:cTn id="15" dur="500"/>
                                        <p:tgtEl>
                                          <p:spTgt spid="1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486"/>
        <p:cNvGrpSpPr/>
        <p:nvPr/>
      </p:nvGrpSpPr>
      <p:grpSpPr>
        <a:xfrm>
          <a:off x="0" y="0"/>
          <a:ext cx="0" cy="0"/>
          <a:chOff x="0" y="0"/>
          <a:chExt cx="0" cy="0"/>
        </a:xfrm>
      </p:grpSpPr>
      <p:sp>
        <p:nvSpPr>
          <p:cNvPr id="1487" name="Google Shape;1487;p79"/>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488" name="Google Shape;1488;p79"/>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79</a:t>
            </a:fld>
            <a:endParaRPr/>
          </a:p>
        </p:txBody>
      </p:sp>
      <p:sp>
        <p:nvSpPr>
          <p:cNvPr id="1489" name="Google Shape;1489;p79"/>
          <p:cNvSpPr txBox="1"/>
          <p:nvPr/>
        </p:nvSpPr>
        <p:spPr>
          <a:xfrm>
            <a:off x="0" y="0"/>
            <a:ext cx="9144000" cy="1371600"/>
          </a:xfrm>
          <a:prstGeom prst="rect">
            <a:avLst/>
          </a:prstGeom>
          <a:solidFill>
            <a:srgbClr val="33CC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90" name="Google Shape;1490;p79"/>
          <p:cNvSpPr txBox="1"/>
          <p:nvPr/>
        </p:nvSpPr>
        <p:spPr>
          <a:xfrm>
            <a:off x="228600" y="355600"/>
            <a:ext cx="6784975" cy="650875"/>
          </a:xfrm>
          <a:prstGeom prst="rect">
            <a:avLst/>
          </a:prstGeom>
          <a:solidFill>
            <a:schemeClr val="folHlink"/>
          </a:solidFill>
          <a:ln w="9525" cap="flat" cmpd="sng">
            <a:solidFill>
              <a:schemeClr val="folHlink"/>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600"/>
              <a:buFont typeface="Times"/>
              <a:buNone/>
            </a:pPr>
            <a:r>
              <a:rPr lang="en-US" sz="3600" b="1" i="0" u="none">
                <a:solidFill>
                  <a:schemeClr val="lt1"/>
                </a:solidFill>
                <a:latin typeface="Times"/>
                <a:ea typeface="Times"/>
                <a:cs typeface="Times"/>
                <a:sym typeface="Times"/>
              </a:rPr>
              <a:t>15-9  CONGESTION CONTROL</a:t>
            </a:r>
            <a:endParaRPr/>
          </a:p>
        </p:txBody>
      </p:sp>
      <p:sp>
        <p:nvSpPr>
          <p:cNvPr id="1491" name="Google Shape;1491;p79"/>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492" name="Google Shape;1492;p79"/>
          <p:cNvSpPr txBox="1"/>
          <p:nvPr/>
        </p:nvSpPr>
        <p:spPr>
          <a:xfrm>
            <a:off x="152400" y="1524000"/>
            <a:ext cx="8839200" cy="265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mo"/>
              <a:buNone/>
            </a:pPr>
            <a:r>
              <a:rPr lang="en-US" sz="2800" b="1" i="0" u="none">
                <a:solidFill>
                  <a:schemeClr val="dk1"/>
                </a:solidFill>
                <a:latin typeface="Arimo"/>
                <a:ea typeface="Arimo"/>
                <a:cs typeface="Arimo"/>
                <a:sym typeface="Arimo"/>
              </a:rPr>
              <a:t>We discussed congestion control in Chapter 13. Congestion control in TCP is based on both open loop and closed-loop mechanisms. TCP uses a congestion window and a congestion policy that avoid congestion and detect and alleviate congestion after it has occurred.</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gradFill>
          <a:gsLst>
            <a:gs pos="0">
              <a:srgbClr val="FFFF99"/>
            </a:gs>
            <a:gs pos="100000">
              <a:srgbClr val="767647"/>
            </a:gs>
          </a:gsLst>
          <a:lin ang="0" scaled="0"/>
        </a:gradFill>
        <a:effectLst/>
      </p:bgPr>
    </p:bg>
    <p:spTree>
      <p:nvGrpSpPr>
        <p:cNvPr id="1" name="Shape 1497"/>
        <p:cNvGrpSpPr/>
        <p:nvPr/>
      </p:nvGrpSpPr>
      <p:grpSpPr>
        <a:xfrm>
          <a:off x="0" y="0"/>
          <a:ext cx="0" cy="0"/>
          <a:chOff x="0" y="0"/>
          <a:chExt cx="0" cy="0"/>
        </a:xfrm>
      </p:grpSpPr>
      <p:sp>
        <p:nvSpPr>
          <p:cNvPr id="1498" name="Google Shape;1498;p80"/>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499" name="Google Shape;1499;p80"/>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80</a:t>
            </a:fld>
            <a:endParaRPr/>
          </a:p>
        </p:txBody>
      </p:sp>
      <p:sp>
        <p:nvSpPr>
          <p:cNvPr id="1500" name="Google Shape;1500;p80"/>
          <p:cNvSpPr txBox="1"/>
          <p:nvPr/>
        </p:nvSpPr>
        <p:spPr>
          <a:xfrm>
            <a:off x="228600" y="152400"/>
            <a:ext cx="5468937"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3200"/>
              <a:buFont typeface="Times"/>
              <a:buNone/>
            </a:pPr>
            <a:r>
              <a:rPr lang="en-US" sz="3200" b="1" i="1" u="none">
                <a:solidFill>
                  <a:schemeClr val="hlink"/>
                </a:solidFill>
                <a:latin typeface="Times"/>
                <a:ea typeface="Times"/>
                <a:cs typeface="Times"/>
                <a:sym typeface="Times"/>
              </a:rPr>
              <a:t>Topics Discussed in the Section</a:t>
            </a:r>
            <a:endParaRPr/>
          </a:p>
        </p:txBody>
      </p:sp>
      <p:sp>
        <p:nvSpPr>
          <p:cNvPr id="1501" name="Google Shape;1501;p80"/>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02" name="Google Shape;1502;p80"/>
          <p:cNvSpPr txBox="1"/>
          <p:nvPr/>
        </p:nvSpPr>
        <p:spPr>
          <a:xfrm>
            <a:off x="304800" y="989012"/>
            <a:ext cx="8382000" cy="1031875"/>
          </a:xfrm>
          <a:prstGeom prst="rect">
            <a:avLst/>
          </a:prstGeom>
          <a:noFill/>
          <a:ln>
            <a:noFill/>
          </a:ln>
        </p:spPr>
        <p:txBody>
          <a:bodyPr spcFirstLastPara="1" wrap="square" lIns="91425" tIns="45700" rIns="91425" bIns="45700" anchor="t" anchorCtr="0">
            <a:spAutoFit/>
          </a:bodyPr>
          <a:lstStyle/>
          <a:p>
            <a:pPr marL="0" marR="0" lvl="0" indent="-208025" algn="l" rtl="0">
              <a:lnSpc>
                <a:spcPct val="100000"/>
              </a:lnSpc>
              <a:spcBef>
                <a:spcPts val="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Congestion Window</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Congestion Policy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02"/>
                                        </p:tgtEl>
                                        <p:attrNameLst>
                                          <p:attrName>style.visibility</p:attrName>
                                        </p:attrNameLst>
                                      </p:cBhvr>
                                      <p:to>
                                        <p:strVal val="visible"/>
                                      </p:to>
                                    </p:set>
                                    <p:animEffect transition="in" filter="fade">
                                      <p:cBhvr>
                                        <p:cTn id="7" dur="5000"/>
                                        <p:tgtEl>
                                          <p:spTgt spid="1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507"/>
        <p:cNvGrpSpPr/>
        <p:nvPr/>
      </p:nvGrpSpPr>
      <p:grpSpPr>
        <a:xfrm>
          <a:off x="0" y="0"/>
          <a:ext cx="0" cy="0"/>
          <a:chOff x="0" y="0"/>
          <a:chExt cx="0" cy="0"/>
        </a:xfrm>
      </p:grpSpPr>
      <p:sp>
        <p:nvSpPr>
          <p:cNvPr id="1508" name="Google Shape;1508;p81"/>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509" name="Google Shape;1509;p81"/>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81</a:t>
            </a:fld>
            <a:endParaRPr/>
          </a:p>
        </p:txBody>
      </p:sp>
      <p:sp>
        <p:nvSpPr>
          <p:cNvPr id="1510" name="Google Shape;1510;p81"/>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15.34</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Slow start, exponential increase</a:t>
            </a:r>
            <a:endParaRPr/>
          </a:p>
        </p:txBody>
      </p:sp>
      <p:sp>
        <p:nvSpPr>
          <p:cNvPr id="1511" name="Google Shape;1511;p81"/>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12" name="Google Shape;1512;p8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13" name="Google Shape;1513;p81"/>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14" name="Google Shape;1514;p8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15" name="Google Shape;1515;p81"/>
          <p:cNvSpPr txBox="1"/>
          <p:nvPr/>
        </p:nvSpPr>
        <p:spPr>
          <a:xfrm>
            <a:off x="0" y="479425"/>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16" name="Google Shape;1516;p81"/>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517" name="Google Shape;1517;p81"/>
          <p:cNvPicPr preferRelativeResize="0"/>
          <p:nvPr/>
        </p:nvPicPr>
        <p:blipFill rotWithShape="1">
          <a:blip r:embed="rId3">
            <a:alphaModFix/>
          </a:blip>
          <a:srcRect/>
          <a:stretch/>
        </p:blipFill>
        <p:spPr>
          <a:xfrm>
            <a:off x="3471862" y="1014412"/>
            <a:ext cx="3317875" cy="4708525"/>
          </a:xfrm>
          <a:prstGeom prst="rect">
            <a:avLst/>
          </a:prstGeom>
          <a:noFill/>
          <a:ln>
            <a:noFill/>
          </a:ln>
        </p:spPr>
      </p:pic>
      <p:sp>
        <p:nvSpPr>
          <p:cNvPr id="1518" name="Google Shape;1518;p8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519" name="Google Shape;1519;p81"/>
          <p:cNvPicPr preferRelativeResize="0"/>
          <p:nvPr/>
        </p:nvPicPr>
        <p:blipFill rotWithShape="1">
          <a:blip r:embed="rId4">
            <a:alphaModFix/>
          </a:blip>
          <a:srcRect/>
          <a:stretch/>
        </p:blipFill>
        <p:spPr>
          <a:xfrm>
            <a:off x="3757612" y="2041525"/>
            <a:ext cx="2770187" cy="538162"/>
          </a:xfrm>
          <a:prstGeom prst="rect">
            <a:avLst/>
          </a:prstGeom>
          <a:noFill/>
          <a:ln>
            <a:noFill/>
          </a:ln>
        </p:spPr>
      </p:pic>
      <p:pic>
        <p:nvPicPr>
          <p:cNvPr id="1520" name="Google Shape;1520;p81"/>
          <p:cNvPicPr preferRelativeResize="0"/>
          <p:nvPr/>
        </p:nvPicPr>
        <p:blipFill rotWithShape="1">
          <a:blip r:embed="rId5">
            <a:alphaModFix/>
          </a:blip>
          <a:srcRect/>
          <a:stretch/>
        </p:blipFill>
        <p:spPr>
          <a:xfrm>
            <a:off x="3752850" y="2625725"/>
            <a:ext cx="2760662" cy="358775"/>
          </a:xfrm>
          <a:prstGeom prst="rect">
            <a:avLst/>
          </a:prstGeom>
          <a:noFill/>
          <a:ln>
            <a:noFill/>
          </a:ln>
        </p:spPr>
      </p:pic>
      <p:pic>
        <p:nvPicPr>
          <p:cNvPr id="1521" name="Google Shape;1521;p81"/>
          <p:cNvPicPr preferRelativeResize="0"/>
          <p:nvPr/>
        </p:nvPicPr>
        <p:blipFill rotWithShape="1">
          <a:blip r:embed="rId6">
            <a:alphaModFix/>
          </a:blip>
          <a:srcRect/>
          <a:stretch/>
        </p:blipFill>
        <p:spPr>
          <a:xfrm>
            <a:off x="2514600" y="1831975"/>
            <a:ext cx="941387" cy="508000"/>
          </a:xfrm>
          <a:prstGeom prst="rect">
            <a:avLst/>
          </a:prstGeom>
          <a:noFill/>
          <a:ln>
            <a:noFill/>
          </a:ln>
        </p:spPr>
      </p:pic>
      <p:pic>
        <p:nvPicPr>
          <p:cNvPr id="1522" name="Google Shape;1522;p81"/>
          <p:cNvPicPr preferRelativeResize="0"/>
          <p:nvPr/>
        </p:nvPicPr>
        <p:blipFill rotWithShape="1">
          <a:blip r:embed="rId7">
            <a:alphaModFix/>
          </a:blip>
          <a:srcRect/>
          <a:stretch/>
        </p:blipFill>
        <p:spPr>
          <a:xfrm>
            <a:off x="2432050" y="2046287"/>
            <a:ext cx="1216025" cy="1160462"/>
          </a:xfrm>
          <a:prstGeom prst="rect">
            <a:avLst/>
          </a:prstGeom>
          <a:noFill/>
          <a:ln>
            <a:noFill/>
          </a:ln>
        </p:spPr>
      </p:pic>
      <p:pic>
        <p:nvPicPr>
          <p:cNvPr id="1523" name="Google Shape;1523;p81"/>
          <p:cNvPicPr preferRelativeResize="0"/>
          <p:nvPr/>
        </p:nvPicPr>
        <p:blipFill rotWithShape="1">
          <a:blip r:embed="rId8">
            <a:alphaModFix/>
          </a:blip>
          <a:srcRect/>
          <a:stretch/>
        </p:blipFill>
        <p:spPr>
          <a:xfrm>
            <a:off x="3762375" y="3006725"/>
            <a:ext cx="2787650" cy="674687"/>
          </a:xfrm>
          <a:prstGeom prst="rect">
            <a:avLst/>
          </a:prstGeom>
          <a:noFill/>
          <a:ln>
            <a:noFill/>
          </a:ln>
        </p:spPr>
      </p:pic>
      <p:pic>
        <p:nvPicPr>
          <p:cNvPr id="1524" name="Google Shape;1524;p81"/>
          <p:cNvPicPr preferRelativeResize="0"/>
          <p:nvPr/>
        </p:nvPicPr>
        <p:blipFill rotWithShape="1">
          <a:blip r:embed="rId9">
            <a:alphaModFix/>
          </a:blip>
          <a:srcRect/>
          <a:stretch/>
        </p:blipFill>
        <p:spPr>
          <a:xfrm>
            <a:off x="3743325" y="3552825"/>
            <a:ext cx="2751137" cy="482600"/>
          </a:xfrm>
          <a:prstGeom prst="rect">
            <a:avLst/>
          </a:prstGeom>
          <a:noFill/>
          <a:ln>
            <a:noFill/>
          </a:ln>
        </p:spPr>
      </p:pic>
      <p:pic>
        <p:nvPicPr>
          <p:cNvPr id="1525" name="Google Shape;1525;p81"/>
          <p:cNvPicPr preferRelativeResize="0"/>
          <p:nvPr/>
        </p:nvPicPr>
        <p:blipFill rotWithShape="1">
          <a:blip r:embed="rId10">
            <a:alphaModFix/>
          </a:blip>
          <a:srcRect/>
          <a:stretch/>
        </p:blipFill>
        <p:spPr>
          <a:xfrm>
            <a:off x="1979612" y="3132137"/>
            <a:ext cx="1682750" cy="1135062"/>
          </a:xfrm>
          <a:prstGeom prst="rect">
            <a:avLst/>
          </a:prstGeom>
          <a:noFill/>
          <a:ln>
            <a:noFill/>
          </a:ln>
        </p:spPr>
      </p:pic>
      <p:pic>
        <p:nvPicPr>
          <p:cNvPr id="1526" name="Google Shape;1526;p81"/>
          <p:cNvPicPr preferRelativeResize="0"/>
          <p:nvPr/>
        </p:nvPicPr>
        <p:blipFill rotWithShape="1">
          <a:blip r:embed="rId11">
            <a:alphaModFix/>
          </a:blip>
          <a:srcRect/>
          <a:stretch/>
        </p:blipFill>
        <p:spPr>
          <a:xfrm>
            <a:off x="3743325" y="4097337"/>
            <a:ext cx="2797175" cy="939800"/>
          </a:xfrm>
          <a:prstGeom prst="rect">
            <a:avLst/>
          </a:prstGeom>
          <a:noFill/>
          <a:ln>
            <a:noFill/>
          </a:ln>
        </p:spPr>
      </p:pic>
      <p:pic>
        <p:nvPicPr>
          <p:cNvPr id="1527" name="Google Shape;1527;p81"/>
          <p:cNvPicPr preferRelativeResize="0"/>
          <p:nvPr/>
        </p:nvPicPr>
        <p:blipFill rotWithShape="1">
          <a:blip r:embed="rId12">
            <a:alphaModFix/>
          </a:blip>
          <a:srcRect/>
          <a:stretch/>
        </p:blipFill>
        <p:spPr>
          <a:xfrm>
            <a:off x="3736975" y="4645025"/>
            <a:ext cx="2760662" cy="792162"/>
          </a:xfrm>
          <a:prstGeom prst="rect">
            <a:avLst/>
          </a:prstGeom>
          <a:noFill/>
          <a:ln>
            <a:noFill/>
          </a:ln>
        </p:spPr>
      </p:pic>
      <p:pic>
        <p:nvPicPr>
          <p:cNvPr id="1528" name="Google Shape;1528;p81"/>
          <p:cNvPicPr preferRelativeResize="0"/>
          <p:nvPr/>
        </p:nvPicPr>
        <p:blipFill rotWithShape="1">
          <a:blip r:embed="rId13">
            <a:alphaModFix/>
          </a:blip>
          <a:srcRect/>
          <a:stretch/>
        </p:blipFill>
        <p:spPr>
          <a:xfrm>
            <a:off x="984250" y="4365625"/>
            <a:ext cx="2697162" cy="12922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19"/>
                                        </p:tgtEl>
                                        <p:attrNameLst>
                                          <p:attrName>style.visibility</p:attrName>
                                        </p:attrNameLst>
                                      </p:cBhvr>
                                      <p:to>
                                        <p:strVal val="visible"/>
                                      </p:to>
                                    </p:set>
                                    <p:animEffect transition="in" filter="fade">
                                      <p:cBhvr>
                                        <p:cTn id="15" dur="1000"/>
                                        <p:tgtEl>
                                          <p:spTgt spid="15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20"/>
                                        </p:tgtEl>
                                        <p:attrNameLst>
                                          <p:attrName>style.visibility</p:attrName>
                                        </p:attrNameLst>
                                      </p:cBhvr>
                                      <p:to>
                                        <p:strVal val="visible"/>
                                      </p:to>
                                    </p:set>
                                    <p:animEffect transition="in" filter="fade">
                                      <p:cBhvr>
                                        <p:cTn id="20" dur="1000"/>
                                        <p:tgtEl>
                                          <p:spTgt spid="1520"/>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523"/>
                                        </p:tgtEl>
                                        <p:attrNameLst>
                                          <p:attrName>style.visibility</p:attrName>
                                        </p:attrNameLst>
                                      </p:cBhvr>
                                      <p:to>
                                        <p:strVal val="visible"/>
                                      </p:to>
                                    </p:set>
                                    <p:animEffect transition="in" filter="fade">
                                      <p:cBhvr>
                                        <p:cTn id="29" dur="1000"/>
                                        <p:tgtEl>
                                          <p:spTgt spid="152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524"/>
                                        </p:tgtEl>
                                        <p:attrNameLst>
                                          <p:attrName>style.visibility</p:attrName>
                                        </p:attrNameLst>
                                      </p:cBhvr>
                                      <p:to>
                                        <p:strVal val="visible"/>
                                      </p:to>
                                    </p:set>
                                    <p:animEffect transition="in" filter="fade">
                                      <p:cBhvr>
                                        <p:cTn id="34" dur="1000"/>
                                        <p:tgtEl>
                                          <p:spTgt spid="1524"/>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526"/>
                                        </p:tgtEl>
                                        <p:attrNameLst>
                                          <p:attrName>style.visibility</p:attrName>
                                        </p:attrNameLst>
                                      </p:cBhvr>
                                      <p:to>
                                        <p:strVal val="visible"/>
                                      </p:to>
                                    </p:set>
                                    <p:animEffect transition="in" filter="fade">
                                      <p:cBhvr>
                                        <p:cTn id="43" dur="1000"/>
                                        <p:tgtEl>
                                          <p:spTgt spid="152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527"/>
                                        </p:tgtEl>
                                        <p:attrNameLst>
                                          <p:attrName>style.visibility</p:attrName>
                                        </p:attrNameLst>
                                      </p:cBhvr>
                                      <p:to>
                                        <p:strVal val="visible"/>
                                      </p:to>
                                    </p:set>
                                    <p:animEffect transition="in" filter="fade">
                                      <p:cBhvr>
                                        <p:cTn id="48" dur="1000"/>
                                        <p:tgtEl>
                                          <p:spTgt spid="1527"/>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5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533"/>
        <p:cNvGrpSpPr/>
        <p:nvPr/>
      </p:nvGrpSpPr>
      <p:grpSpPr>
        <a:xfrm>
          <a:off x="0" y="0"/>
          <a:ext cx="0" cy="0"/>
          <a:chOff x="0" y="0"/>
          <a:chExt cx="0" cy="0"/>
        </a:xfrm>
      </p:grpSpPr>
      <p:sp>
        <p:nvSpPr>
          <p:cNvPr id="1534" name="Google Shape;1534;p82"/>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535" name="Google Shape;1535;p82"/>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82</a:t>
            </a:fld>
            <a:endParaRPr/>
          </a:p>
        </p:txBody>
      </p:sp>
      <p:sp>
        <p:nvSpPr>
          <p:cNvPr id="1536" name="Google Shape;1536;p82"/>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37" name="Google Shape;1537;p8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38" name="Google Shape;1538;p82"/>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39" name="Google Shape;1539;p8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40" name="Google Shape;1540;p8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41" name="Google Shape;1541;p82"/>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42" name="Google Shape;1542;p8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1543" name="Google Shape;1543;p82"/>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1544" name="Google Shape;1544;p82"/>
          <p:cNvCxnSpPr/>
          <p:nvPr/>
        </p:nvCxnSpPr>
        <p:spPr>
          <a:xfrm>
            <a:off x="609600" y="48768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1545" name="Google Shape;1545;p82"/>
          <p:cNvSpPr txBox="1"/>
          <p:nvPr/>
        </p:nvSpPr>
        <p:spPr>
          <a:xfrm>
            <a:off x="647700" y="2716212"/>
            <a:ext cx="8077200" cy="2041525"/>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In the slow start algorithm, the size of the congestion window increases exponentially until it reaches a threshold.</a:t>
            </a:r>
            <a:endParaRPr/>
          </a:p>
        </p:txBody>
      </p:sp>
      <p:grpSp>
        <p:nvGrpSpPr>
          <p:cNvPr id="1546" name="Google Shape;1546;p82"/>
          <p:cNvGrpSpPr/>
          <p:nvPr/>
        </p:nvGrpSpPr>
        <p:grpSpPr>
          <a:xfrm>
            <a:off x="609600" y="1981200"/>
            <a:ext cx="1143000" cy="566737"/>
            <a:chOff x="1200" y="1248"/>
            <a:chExt cx="720" cy="357"/>
          </a:xfrm>
        </p:grpSpPr>
        <p:pic>
          <p:nvPicPr>
            <p:cNvPr id="1547" name="Google Shape;1547;p82"/>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1548" name="Google Shape;1548;p82"/>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43"/>
                                        </p:tgtEl>
                                        <p:attrNameLst>
                                          <p:attrName>style.visibility</p:attrName>
                                        </p:attrNameLst>
                                      </p:cBhvr>
                                      <p:to>
                                        <p:strVal val="visible"/>
                                      </p:to>
                                    </p:set>
                                    <p:animEffect transition="in" filter="fade">
                                      <p:cBhvr>
                                        <p:cTn id="7" dur="500"/>
                                        <p:tgtEl>
                                          <p:spTgt spid="154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544"/>
                                        </p:tgtEl>
                                        <p:attrNameLst>
                                          <p:attrName>style.visibility</p:attrName>
                                        </p:attrNameLst>
                                      </p:cBhvr>
                                      <p:to>
                                        <p:strVal val="visible"/>
                                      </p:to>
                                    </p:set>
                                    <p:animEffect transition="in" filter="fade">
                                      <p:cBhvr>
                                        <p:cTn id="11" dur="500"/>
                                        <p:tgtEl>
                                          <p:spTgt spid="154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545"/>
                                        </p:tgtEl>
                                        <p:attrNameLst>
                                          <p:attrName>style.visibility</p:attrName>
                                        </p:attrNameLst>
                                      </p:cBhvr>
                                      <p:to>
                                        <p:strVal val="visible"/>
                                      </p:to>
                                    </p:set>
                                    <p:animEffect transition="in" filter="fade">
                                      <p:cBhvr>
                                        <p:cTn id="15" dur="500"/>
                                        <p:tgtEl>
                                          <p:spTgt spid="15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553"/>
        <p:cNvGrpSpPr/>
        <p:nvPr/>
      </p:nvGrpSpPr>
      <p:grpSpPr>
        <a:xfrm>
          <a:off x="0" y="0"/>
          <a:ext cx="0" cy="0"/>
          <a:chOff x="0" y="0"/>
          <a:chExt cx="0" cy="0"/>
        </a:xfrm>
      </p:grpSpPr>
      <p:sp>
        <p:nvSpPr>
          <p:cNvPr id="1554" name="Google Shape;1554;p83"/>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555" name="Google Shape;1555;p83"/>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83</a:t>
            </a:fld>
            <a:endParaRPr/>
          </a:p>
        </p:txBody>
      </p:sp>
      <p:sp>
        <p:nvSpPr>
          <p:cNvPr id="1556" name="Google Shape;1556;p83"/>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15.35</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Congestion avoidance, additive increase</a:t>
            </a:r>
            <a:endParaRPr/>
          </a:p>
        </p:txBody>
      </p:sp>
      <p:sp>
        <p:nvSpPr>
          <p:cNvPr id="1557" name="Google Shape;1557;p83"/>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58" name="Google Shape;1558;p8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59" name="Google Shape;1559;p83"/>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60" name="Google Shape;1560;p8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61" name="Google Shape;1561;p8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62" name="Google Shape;1562;p83"/>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63" name="Google Shape;1563;p8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564" name="Google Shape;1564;p83"/>
          <p:cNvPicPr preferRelativeResize="0"/>
          <p:nvPr/>
        </p:nvPicPr>
        <p:blipFill rotWithShape="1">
          <a:blip r:embed="rId3">
            <a:alphaModFix/>
          </a:blip>
          <a:srcRect/>
          <a:stretch/>
        </p:blipFill>
        <p:spPr>
          <a:xfrm>
            <a:off x="1371600" y="990600"/>
            <a:ext cx="7331075" cy="52514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64"/>
                                        </p:tgtEl>
                                        <p:attrNameLst>
                                          <p:attrName>style.visibility</p:attrName>
                                        </p:attrNameLst>
                                      </p:cBhvr>
                                      <p:to>
                                        <p:strVal val="visible"/>
                                      </p:to>
                                    </p:set>
                                    <p:animEffect transition="in" filter="fade">
                                      <p:cBhvr>
                                        <p:cTn id="7" dur="3000"/>
                                        <p:tgtEl>
                                          <p:spTgt spid="1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569"/>
        <p:cNvGrpSpPr/>
        <p:nvPr/>
      </p:nvGrpSpPr>
      <p:grpSpPr>
        <a:xfrm>
          <a:off x="0" y="0"/>
          <a:ext cx="0" cy="0"/>
          <a:chOff x="0" y="0"/>
          <a:chExt cx="0" cy="0"/>
        </a:xfrm>
      </p:grpSpPr>
      <p:sp>
        <p:nvSpPr>
          <p:cNvPr id="1570" name="Google Shape;1570;p84"/>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571" name="Google Shape;1571;p84"/>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84</a:t>
            </a:fld>
            <a:endParaRPr/>
          </a:p>
        </p:txBody>
      </p:sp>
      <p:sp>
        <p:nvSpPr>
          <p:cNvPr id="1572" name="Google Shape;1572;p84"/>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73" name="Google Shape;1573;p8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74" name="Google Shape;1574;p84"/>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75" name="Google Shape;1575;p8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76" name="Google Shape;1576;p8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77" name="Google Shape;1577;p84"/>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78" name="Google Shape;1578;p8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1579" name="Google Shape;1579;p84"/>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1580" name="Google Shape;1580;p84"/>
          <p:cNvCxnSpPr/>
          <p:nvPr/>
        </p:nvCxnSpPr>
        <p:spPr>
          <a:xfrm>
            <a:off x="609600" y="48768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1581" name="Google Shape;1581;p84"/>
          <p:cNvSpPr txBox="1"/>
          <p:nvPr/>
        </p:nvSpPr>
        <p:spPr>
          <a:xfrm>
            <a:off x="647700" y="2716212"/>
            <a:ext cx="8077200" cy="2041525"/>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In the congestion avoidance algorithm the size of the congestion window</a:t>
            </a:r>
            <a:endParaRPr/>
          </a:p>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increases additively until </a:t>
            </a:r>
            <a:endParaRPr/>
          </a:p>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congestion is detected.</a:t>
            </a:r>
            <a:endParaRPr/>
          </a:p>
        </p:txBody>
      </p:sp>
      <p:grpSp>
        <p:nvGrpSpPr>
          <p:cNvPr id="1582" name="Google Shape;1582;p84"/>
          <p:cNvGrpSpPr/>
          <p:nvPr/>
        </p:nvGrpSpPr>
        <p:grpSpPr>
          <a:xfrm>
            <a:off x="609600" y="1981200"/>
            <a:ext cx="1143000" cy="566737"/>
            <a:chOff x="1200" y="1248"/>
            <a:chExt cx="720" cy="357"/>
          </a:xfrm>
        </p:grpSpPr>
        <p:pic>
          <p:nvPicPr>
            <p:cNvPr id="1583" name="Google Shape;1583;p84"/>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1584" name="Google Shape;1584;p84"/>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79"/>
                                        </p:tgtEl>
                                        <p:attrNameLst>
                                          <p:attrName>style.visibility</p:attrName>
                                        </p:attrNameLst>
                                      </p:cBhvr>
                                      <p:to>
                                        <p:strVal val="visible"/>
                                      </p:to>
                                    </p:set>
                                    <p:animEffect transition="in" filter="fade">
                                      <p:cBhvr>
                                        <p:cTn id="7" dur="500"/>
                                        <p:tgtEl>
                                          <p:spTgt spid="157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580"/>
                                        </p:tgtEl>
                                        <p:attrNameLst>
                                          <p:attrName>style.visibility</p:attrName>
                                        </p:attrNameLst>
                                      </p:cBhvr>
                                      <p:to>
                                        <p:strVal val="visible"/>
                                      </p:to>
                                    </p:set>
                                    <p:animEffect transition="in" filter="fade">
                                      <p:cBhvr>
                                        <p:cTn id="11" dur="500"/>
                                        <p:tgtEl>
                                          <p:spTgt spid="158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581"/>
                                        </p:tgtEl>
                                        <p:attrNameLst>
                                          <p:attrName>style.visibility</p:attrName>
                                        </p:attrNameLst>
                                      </p:cBhvr>
                                      <p:to>
                                        <p:strVal val="visible"/>
                                      </p:to>
                                    </p:set>
                                    <p:animEffect transition="in" filter="fade">
                                      <p:cBhvr>
                                        <p:cTn id="15" dur="500"/>
                                        <p:tgtEl>
                                          <p:spTgt spid="1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589"/>
        <p:cNvGrpSpPr/>
        <p:nvPr/>
      </p:nvGrpSpPr>
      <p:grpSpPr>
        <a:xfrm>
          <a:off x="0" y="0"/>
          <a:ext cx="0" cy="0"/>
          <a:chOff x="0" y="0"/>
          <a:chExt cx="0" cy="0"/>
        </a:xfrm>
      </p:grpSpPr>
      <p:sp>
        <p:nvSpPr>
          <p:cNvPr id="1590" name="Google Shape;1590;p85"/>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591" name="Google Shape;1591;p85"/>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85</a:t>
            </a:fld>
            <a:endParaRPr/>
          </a:p>
        </p:txBody>
      </p:sp>
      <p:sp>
        <p:nvSpPr>
          <p:cNvPr id="1592" name="Google Shape;1592;p85"/>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15.36</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TCP Congestion policy summary</a:t>
            </a:r>
            <a:endParaRPr/>
          </a:p>
        </p:txBody>
      </p:sp>
      <p:sp>
        <p:nvSpPr>
          <p:cNvPr id="1593" name="Google Shape;1593;p85"/>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94" name="Google Shape;1594;p8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95" name="Google Shape;1595;p85"/>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96" name="Google Shape;1596;p8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97" name="Google Shape;1597;p8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98" name="Google Shape;1598;p85"/>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599" name="Google Shape;1599;p8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600" name="Google Shape;1600;p85"/>
          <p:cNvPicPr preferRelativeResize="0"/>
          <p:nvPr/>
        </p:nvPicPr>
        <p:blipFill rotWithShape="1">
          <a:blip r:embed="rId3">
            <a:alphaModFix/>
          </a:blip>
          <a:srcRect/>
          <a:stretch/>
        </p:blipFill>
        <p:spPr>
          <a:xfrm>
            <a:off x="1017587" y="1539875"/>
            <a:ext cx="7212012" cy="432752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605"/>
        <p:cNvGrpSpPr/>
        <p:nvPr/>
      </p:nvGrpSpPr>
      <p:grpSpPr>
        <a:xfrm>
          <a:off x="0" y="0"/>
          <a:ext cx="0" cy="0"/>
          <a:chOff x="0" y="0"/>
          <a:chExt cx="0" cy="0"/>
        </a:xfrm>
      </p:grpSpPr>
      <p:sp>
        <p:nvSpPr>
          <p:cNvPr id="1606" name="Google Shape;1606;p86"/>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607" name="Google Shape;1607;p86"/>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86</a:t>
            </a:fld>
            <a:endParaRPr/>
          </a:p>
        </p:txBody>
      </p:sp>
      <p:sp>
        <p:nvSpPr>
          <p:cNvPr id="1608" name="Google Shape;1608;p86"/>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15.37</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Congestion example</a:t>
            </a:r>
            <a:endParaRPr/>
          </a:p>
        </p:txBody>
      </p:sp>
      <p:sp>
        <p:nvSpPr>
          <p:cNvPr id="1609" name="Google Shape;1609;p86"/>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10" name="Google Shape;1610;p8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11" name="Google Shape;1611;p86"/>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12" name="Google Shape;1612;p8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13" name="Google Shape;1613;p8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14" name="Google Shape;1614;p86"/>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15" name="Google Shape;1615;p8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616" name="Google Shape;1616;p86"/>
          <p:cNvPicPr preferRelativeResize="0"/>
          <p:nvPr/>
        </p:nvPicPr>
        <p:blipFill rotWithShape="1">
          <a:blip r:embed="rId3">
            <a:alphaModFix/>
          </a:blip>
          <a:srcRect/>
          <a:stretch/>
        </p:blipFill>
        <p:spPr>
          <a:xfrm>
            <a:off x="728662" y="1528762"/>
            <a:ext cx="7805737" cy="3576637"/>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621"/>
        <p:cNvGrpSpPr/>
        <p:nvPr/>
      </p:nvGrpSpPr>
      <p:grpSpPr>
        <a:xfrm>
          <a:off x="0" y="0"/>
          <a:ext cx="0" cy="0"/>
          <a:chOff x="0" y="0"/>
          <a:chExt cx="0" cy="0"/>
        </a:xfrm>
      </p:grpSpPr>
      <p:sp>
        <p:nvSpPr>
          <p:cNvPr id="1622" name="Google Shape;1622;p87"/>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623" name="Google Shape;1623;p87"/>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87</a:t>
            </a:fld>
            <a:endParaRPr/>
          </a:p>
        </p:txBody>
      </p:sp>
      <p:sp>
        <p:nvSpPr>
          <p:cNvPr id="1624" name="Google Shape;1624;p87"/>
          <p:cNvSpPr txBox="1"/>
          <p:nvPr/>
        </p:nvSpPr>
        <p:spPr>
          <a:xfrm>
            <a:off x="0" y="0"/>
            <a:ext cx="9144000" cy="1371600"/>
          </a:xfrm>
          <a:prstGeom prst="rect">
            <a:avLst/>
          </a:prstGeom>
          <a:solidFill>
            <a:srgbClr val="33CC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25" name="Google Shape;1625;p87"/>
          <p:cNvSpPr txBox="1"/>
          <p:nvPr/>
        </p:nvSpPr>
        <p:spPr>
          <a:xfrm>
            <a:off x="228600" y="355600"/>
            <a:ext cx="4321175" cy="650875"/>
          </a:xfrm>
          <a:prstGeom prst="rect">
            <a:avLst/>
          </a:prstGeom>
          <a:solidFill>
            <a:schemeClr val="folHlink"/>
          </a:solidFill>
          <a:ln w="9525" cap="flat" cmpd="sng">
            <a:solidFill>
              <a:schemeClr val="folHlink"/>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600"/>
              <a:buFont typeface="Times"/>
              <a:buNone/>
            </a:pPr>
            <a:r>
              <a:rPr lang="en-US" sz="3600" b="1" i="0" u="none">
                <a:solidFill>
                  <a:schemeClr val="lt1"/>
                </a:solidFill>
                <a:latin typeface="Times"/>
                <a:ea typeface="Times"/>
                <a:cs typeface="Times"/>
                <a:sym typeface="Times"/>
              </a:rPr>
              <a:t>15-10  TCP TIMERS</a:t>
            </a:r>
            <a:endParaRPr/>
          </a:p>
        </p:txBody>
      </p:sp>
      <p:sp>
        <p:nvSpPr>
          <p:cNvPr id="1626" name="Google Shape;1626;p87"/>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27" name="Google Shape;1627;p87"/>
          <p:cNvSpPr txBox="1"/>
          <p:nvPr/>
        </p:nvSpPr>
        <p:spPr>
          <a:xfrm>
            <a:off x="152400" y="1524000"/>
            <a:ext cx="8839200" cy="13731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mo"/>
              <a:buNone/>
            </a:pPr>
            <a:r>
              <a:rPr lang="en-US" sz="2800" b="1" i="0" u="none">
                <a:solidFill>
                  <a:schemeClr val="dk1"/>
                </a:solidFill>
                <a:latin typeface="Arimo"/>
                <a:ea typeface="Arimo"/>
                <a:cs typeface="Arimo"/>
                <a:sym typeface="Arimo"/>
              </a:rPr>
              <a:t>To perform its operation smoothly, most TCP implementations use at least four timers as shown in Figure 15.38 (slide 83).</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gradFill>
          <a:gsLst>
            <a:gs pos="0">
              <a:srgbClr val="FFFF99"/>
            </a:gs>
            <a:gs pos="100000">
              <a:srgbClr val="767647"/>
            </a:gs>
          </a:gsLst>
          <a:lin ang="0" scaled="0"/>
        </a:gradFill>
        <a:effectLst/>
      </p:bgPr>
    </p:bg>
    <p:spTree>
      <p:nvGrpSpPr>
        <p:cNvPr id="1" name="Shape 1632"/>
        <p:cNvGrpSpPr/>
        <p:nvPr/>
      </p:nvGrpSpPr>
      <p:grpSpPr>
        <a:xfrm>
          <a:off x="0" y="0"/>
          <a:ext cx="0" cy="0"/>
          <a:chOff x="0" y="0"/>
          <a:chExt cx="0" cy="0"/>
        </a:xfrm>
      </p:grpSpPr>
      <p:sp>
        <p:nvSpPr>
          <p:cNvPr id="1633" name="Google Shape;1633;p88"/>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634" name="Google Shape;1634;p88"/>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88</a:t>
            </a:fld>
            <a:endParaRPr/>
          </a:p>
        </p:txBody>
      </p:sp>
      <p:sp>
        <p:nvSpPr>
          <p:cNvPr id="1635" name="Google Shape;1635;p88"/>
          <p:cNvSpPr txBox="1"/>
          <p:nvPr/>
        </p:nvSpPr>
        <p:spPr>
          <a:xfrm>
            <a:off x="228600" y="152400"/>
            <a:ext cx="5468937"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3200"/>
              <a:buFont typeface="Times"/>
              <a:buNone/>
            </a:pPr>
            <a:r>
              <a:rPr lang="en-US" sz="3200" b="1" i="1" u="none">
                <a:solidFill>
                  <a:schemeClr val="hlink"/>
                </a:solidFill>
                <a:latin typeface="Times"/>
                <a:ea typeface="Times"/>
                <a:cs typeface="Times"/>
                <a:sym typeface="Times"/>
              </a:rPr>
              <a:t>Topics Discussed in the Section</a:t>
            </a:r>
            <a:endParaRPr/>
          </a:p>
        </p:txBody>
      </p:sp>
      <p:sp>
        <p:nvSpPr>
          <p:cNvPr id="1636" name="Google Shape;1636;p88"/>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37" name="Google Shape;1637;p88"/>
          <p:cNvSpPr txBox="1"/>
          <p:nvPr/>
        </p:nvSpPr>
        <p:spPr>
          <a:xfrm>
            <a:off x="304800" y="989012"/>
            <a:ext cx="8382000" cy="2057400"/>
          </a:xfrm>
          <a:prstGeom prst="rect">
            <a:avLst/>
          </a:prstGeom>
          <a:noFill/>
          <a:ln>
            <a:noFill/>
          </a:ln>
        </p:spPr>
        <p:txBody>
          <a:bodyPr spcFirstLastPara="1" wrap="square" lIns="91425" tIns="45700" rIns="91425" bIns="45700" anchor="t" anchorCtr="0">
            <a:spAutoFit/>
          </a:bodyPr>
          <a:lstStyle/>
          <a:p>
            <a:pPr marL="0" marR="0" lvl="0" indent="-208025" algn="l" rtl="0">
              <a:lnSpc>
                <a:spcPct val="100000"/>
              </a:lnSpc>
              <a:spcBef>
                <a:spcPts val="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Retransmission Timer</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Persistence Timer</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Keepalive Timer</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TIME-WAIT Timer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7"/>
                                        </p:tgtEl>
                                        <p:attrNameLst>
                                          <p:attrName>style.visibility</p:attrName>
                                        </p:attrNameLst>
                                      </p:cBhvr>
                                      <p:to>
                                        <p:strVal val="visible"/>
                                      </p:to>
                                    </p:set>
                                    <p:animEffect transition="in" filter="fade">
                                      <p:cBhvr>
                                        <p:cTn id="7" dur="5000"/>
                                        <p:tgtEl>
                                          <p:spTgt spid="1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642"/>
        <p:cNvGrpSpPr/>
        <p:nvPr/>
      </p:nvGrpSpPr>
      <p:grpSpPr>
        <a:xfrm>
          <a:off x="0" y="0"/>
          <a:ext cx="0" cy="0"/>
          <a:chOff x="0" y="0"/>
          <a:chExt cx="0" cy="0"/>
        </a:xfrm>
      </p:grpSpPr>
      <p:sp>
        <p:nvSpPr>
          <p:cNvPr id="1643" name="Google Shape;1643;p89"/>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644" name="Google Shape;1644;p89"/>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89</a:t>
            </a:fld>
            <a:endParaRPr/>
          </a:p>
        </p:txBody>
      </p:sp>
      <p:sp>
        <p:nvSpPr>
          <p:cNvPr id="1645" name="Google Shape;1645;p89"/>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15.38</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TCP timers</a:t>
            </a:r>
            <a:endParaRPr/>
          </a:p>
        </p:txBody>
      </p:sp>
      <p:sp>
        <p:nvSpPr>
          <p:cNvPr id="1646" name="Google Shape;1646;p89"/>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47" name="Google Shape;1647;p8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48" name="Google Shape;1648;p89"/>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49" name="Google Shape;1649;p8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50" name="Google Shape;1650;p8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51" name="Google Shape;1651;p89"/>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52" name="Google Shape;1652;p8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653" name="Google Shape;1653;p89"/>
          <p:cNvPicPr preferRelativeResize="0"/>
          <p:nvPr/>
        </p:nvPicPr>
        <p:blipFill rotWithShape="1">
          <a:blip r:embed="rId3">
            <a:alphaModFix/>
          </a:blip>
          <a:srcRect/>
          <a:stretch/>
        </p:blipFill>
        <p:spPr>
          <a:xfrm>
            <a:off x="457200" y="2568575"/>
            <a:ext cx="8135937" cy="1203325"/>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658"/>
        <p:cNvGrpSpPr/>
        <p:nvPr/>
      </p:nvGrpSpPr>
      <p:grpSpPr>
        <a:xfrm>
          <a:off x="0" y="0"/>
          <a:ext cx="0" cy="0"/>
          <a:chOff x="0" y="0"/>
          <a:chExt cx="0" cy="0"/>
        </a:xfrm>
      </p:grpSpPr>
      <p:sp>
        <p:nvSpPr>
          <p:cNvPr id="1659" name="Google Shape;1659;p90"/>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660" name="Google Shape;1660;p90"/>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90</a:t>
            </a:fld>
            <a:endParaRPr/>
          </a:p>
        </p:txBody>
      </p:sp>
      <p:sp>
        <p:nvSpPr>
          <p:cNvPr id="1661" name="Google Shape;1661;p90"/>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62" name="Google Shape;1662;p9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63" name="Google Shape;1663;p90"/>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64" name="Google Shape;1664;p9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65" name="Google Shape;1665;p9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66" name="Google Shape;1666;p90"/>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667" name="Google Shape;1667;p9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1668" name="Google Shape;1668;p90"/>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1669" name="Google Shape;1669;p90"/>
          <p:cNvCxnSpPr/>
          <p:nvPr/>
        </p:nvCxnSpPr>
        <p:spPr>
          <a:xfrm>
            <a:off x="609600" y="38862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1670" name="Google Shape;1670;p90"/>
          <p:cNvSpPr txBox="1"/>
          <p:nvPr/>
        </p:nvSpPr>
        <p:spPr>
          <a:xfrm>
            <a:off x="647700" y="2716212"/>
            <a:ext cx="8077200" cy="1066800"/>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In TCP, there can be only one RTT measurement in progress at any time.</a:t>
            </a:r>
            <a:endParaRPr/>
          </a:p>
        </p:txBody>
      </p:sp>
      <p:grpSp>
        <p:nvGrpSpPr>
          <p:cNvPr id="1671" name="Google Shape;1671;p90"/>
          <p:cNvGrpSpPr/>
          <p:nvPr/>
        </p:nvGrpSpPr>
        <p:grpSpPr>
          <a:xfrm>
            <a:off x="609600" y="1981200"/>
            <a:ext cx="1143000" cy="566737"/>
            <a:chOff x="1200" y="1248"/>
            <a:chExt cx="720" cy="357"/>
          </a:xfrm>
        </p:grpSpPr>
        <p:pic>
          <p:nvPicPr>
            <p:cNvPr id="1672" name="Google Shape;1672;p90"/>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1673" name="Google Shape;1673;p90"/>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
        <p:nvSpPr>
          <p:cNvPr id="1674" name="Google Shape;1674;p90"/>
          <p:cNvSpPr txBox="1"/>
          <p:nvPr/>
        </p:nvSpPr>
        <p:spPr>
          <a:xfrm>
            <a:off x="838200" y="4343400"/>
            <a:ext cx="7467600" cy="9461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Arial"/>
              <a:buNone/>
            </a:pPr>
            <a:r>
              <a:rPr lang="en-US" sz="2800" b="1" i="0" u="none">
                <a:solidFill>
                  <a:schemeClr val="hlink"/>
                </a:solidFill>
                <a:latin typeface="Arial"/>
                <a:ea typeface="Arial"/>
                <a:cs typeface="Arial"/>
                <a:sym typeface="Arial"/>
              </a:rPr>
              <a:t>Since the segments and their ACKs do not have a 1-1 relationship</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68"/>
                                        </p:tgtEl>
                                        <p:attrNameLst>
                                          <p:attrName>style.visibility</p:attrName>
                                        </p:attrNameLst>
                                      </p:cBhvr>
                                      <p:to>
                                        <p:strVal val="visible"/>
                                      </p:to>
                                    </p:set>
                                    <p:animEffect transition="in" filter="fade">
                                      <p:cBhvr>
                                        <p:cTn id="7" dur="500"/>
                                        <p:tgtEl>
                                          <p:spTgt spid="166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669"/>
                                        </p:tgtEl>
                                        <p:attrNameLst>
                                          <p:attrName>style.visibility</p:attrName>
                                        </p:attrNameLst>
                                      </p:cBhvr>
                                      <p:to>
                                        <p:strVal val="visible"/>
                                      </p:to>
                                    </p:set>
                                    <p:animEffect transition="in" filter="fade">
                                      <p:cBhvr>
                                        <p:cTn id="11" dur="500"/>
                                        <p:tgtEl>
                                          <p:spTgt spid="166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670"/>
                                        </p:tgtEl>
                                        <p:attrNameLst>
                                          <p:attrName>style.visibility</p:attrName>
                                        </p:attrNameLst>
                                      </p:cBhvr>
                                      <p:to>
                                        <p:strVal val="visible"/>
                                      </p:to>
                                    </p:set>
                                    <p:animEffect transition="in" filter="fade">
                                      <p:cBhvr>
                                        <p:cTn id="15" dur="500"/>
                                        <p:tgtEl>
                                          <p:spTgt spid="16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678"/>
        <p:cNvGrpSpPr/>
        <p:nvPr/>
      </p:nvGrpSpPr>
      <p:grpSpPr>
        <a:xfrm>
          <a:off x="0" y="0"/>
          <a:ext cx="0" cy="0"/>
          <a:chOff x="0" y="0"/>
          <a:chExt cx="0" cy="0"/>
        </a:xfrm>
      </p:grpSpPr>
      <p:sp>
        <p:nvSpPr>
          <p:cNvPr id="1679" name="Google Shape;1679;p91"/>
          <p:cNvSpPr txBox="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400"/>
              <a:buFont typeface="Comic Sans MS"/>
              <a:buNone/>
            </a:pPr>
            <a:r>
              <a:rPr lang="en-US" sz="1400" b="0" i="0" u="none">
                <a:solidFill>
                  <a:schemeClr val="dk1"/>
                </a:solidFill>
                <a:latin typeface="Comic Sans MS"/>
                <a:ea typeface="Comic Sans MS"/>
                <a:cs typeface="Comic Sans MS"/>
                <a:sym typeface="Comic Sans MS"/>
              </a:rPr>
              <a:t>TCP/IP Protocol Suite</a:t>
            </a:r>
            <a:endParaRPr/>
          </a:p>
        </p:txBody>
      </p:sp>
      <p:sp>
        <p:nvSpPr>
          <p:cNvPr id="1680" name="Google Shape;1680;p91"/>
          <p:cNvSpPr txBox="1"/>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Comic Sans MS"/>
              <a:buNone/>
            </a:pPr>
            <a:fld id="{00000000-1234-1234-1234-123412341234}" type="slidenum">
              <a:rPr lang="en-US" sz="1400" b="0" i="0" u="none">
                <a:solidFill>
                  <a:schemeClr val="dk1"/>
                </a:solidFill>
                <a:latin typeface="Comic Sans MS"/>
                <a:ea typeface="Comic Sans MS"/>
                <a:cs typeface="Comic Sans MS"/>
                <a:sym typeface="Comic Sans MS"/>
              </a:rPr>
              <a:t>91</a:t>
            </a:fld>
            <a:endParaRPr/>
          </a:p>
        </p:txBody>
      </p:sp>
      <p:sp>
        <p:nvSpPr>
          <p:cNvPr id="1681" name="Google Shape;1681;p91"/>
          <p:cNvSpPr txBox="1">
            <a:spLocks noGrp="1"/>
          </p:cNvSpPr>
          <p:nvPr>
            <p:ph type="title"/>
          </p:nvPr>
        </p:nvSpPr>
        <p:spPr>
          <a:xfrm>
            <a:off x="685800" y="228600"/>
            <a:ext cx="7162800" cy="83661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0000CC"/>
              </a:buClr>
              <a:buSzPts val="3600"/>
              <a:buFont typeface="Comic Sans MS"/>
              <a:buNone/>
            </a:pPr>
            <a:r>
              <a:rPr lang="en-US" sz="3600" b="1" i="0" u="none">
                <a:solidFill>
                  <a:srgbClr val="0000CC"/>
                </a:solidFill>
                <a:latin typeface="Comic Sans MS"/>
                <a:ea typeface="Comic Sans MS"/>
                <a:cs typeface="Comic Sans MS"/>
                <a:sym typeface="Comic Sans MS"/>
              </a:rPr>
              <a:t>Calculation of RTO (1)</a:t>
            </a:r>
            <a:endParaRPr/>
          </a:p>
        </p:txBody>
      </p:sp>
      <p:sp>
        <p:nvSpPr>
          <p:cNvPr id="1682" name="Google Shape;1682;p91"/>
          <p:cNvSpPr txBox="1">
            <a:spLocks noGrp="1"/>
          </p:cNvSpPr>
          <p:nvPr>
            <p:ph type="body" idx="1"/>
          </p:nvPr>
        </p:nvSpPr>
        <p:spPr>
          <a:xfrm>
            <a:off x="381000" y="1219200"/>
            <a:ext cx="8305800" cy="4953000"/>
          </a:xfrm>
          <a:prstGeom prst="rect">
            <a:avLst/>
          </a:prstGeom>
          <a:noFill/>
          <a:ln>
            <a:noFill/>
          </a:ln>
        </p:spPr>
        <p:txBody>
          <a:bodyPr spcFirstLastPara="1" wrap="square" lIns="91425" tIns="45700" rIns="91425" bIns="45700" anchor="t" anchorCtr="0">
            <a:noAutofit/>
          </a:bodyPr>
          <a:lstStyle/>
          <a:p>
            <a:pPr marL="365125" lvl="0" indent="-365125" algn="l" rtl="0">
              <a:lnSpc>
                <a:spcPct val="100000"/>
              </a:lnSpc>
              <a:spcBef>
                <a:spcPts val="0"/>
              </a:spcBef>
              <a:spcAft>
                <a:spcPts val="0"/>
              </a:spcAft>
              <a:buClr>
                <a:schemeClr val="dk2"/>
              </a:buClr>
              <a:buSzPts val="2800"/>
              <a:buFont typeface="Comic Sans MS"/>
              <a:buChar char="•"/>
            </a:pPr>
            <a:r>
              <a:rPr lang="en-US" sz="2800" b="1" i="0" u="none">
                <a:solidFill>
                  <a:schemeClr val="dk2"/>
                </a:solidFill>
                <a:latin typeface="Comic Sans MS"/>
                <a:ea typeface="Comic Sans MS"/>
                <a:cs typeface="Comic Sans MS"/>
                <a:sym typeface="Comic Sans MS"/>
              </a:rPr>
              <a:t>Smoothed RTT: RTT</a:t>
            </a:r>
            <a:r>
              <a:rPr lang="en-US" sz="2800" b="1" i="0" u="none" baseline="-25000">
                <a:solidFill>
                  <a:schemeClr val="dk2"/>
                </a:solidFill>
                <a:latin typeface="Comic Sans MS"/>
                <a:ea typeface="Comic Sans MS"/>
                <a:cs typeface="Comic Sans MS"/>
                <a:sym typeface="Comic Sans MS"/>
              </a:rPr>
              <a:t>S</a:t>
            </a:r>
            <a:endParaRPr sz="2800" b="1" i="0" u="none">
              <a:solidFill>
                <a:schemeClr val="dk2"/>
              </a:solidFill>
              <a:latin typeface="Comic Sans MS"/>
              <a:ea typeface="Comic Sans MS"/>
              <a:cs typeface="Comic Sans MS"/>
              <a:sym typeface="Comic Sans MS"/>
            </a:endParaRPr>
          </a:p>
          <a:p>
            <a:pPr marL="808037" lvl="1" indent="-263524" algn="l" rtl="0">
              <a:lnSpc>
                <a:spcPct val="100000"/>
              </a:lnSpc>
              <a:spcBef>
                <a:spcPts val="960"/>
              </a:spcBef>
              <a:spcAft>
                <a:spcPts val="0"/>
              </a:spcAft>
              <a:buClr>
                <a:srgbClr val="0000CC"/>
              </a:buClr>
              <a:buSzPts val="2400"/>
              <a:buFont typeface="Comic Sans MS"/>
              <a:buChar char="–"/>
            </a:pPr>
            <a:r>
              <a:rPr lang="en-US" sz="2400" b="1" i="0" u="none">
                <a:solidFill>
                  <a:srgbClr val="0000CC"/>
                </a:solidFill>
                <a:latin typeface="Comic Sans MS"/>
                <a:ea typeface="Comic Sans MS"/>
                <a:cs typeface="Comic Sans MS"/>
                <a:sym typeface="Comic Sans MS"/>
              </a:rPr>
              <a:t>Original 🡪 No value</a:t>
            </a:r>
            <a:endParaRPr/>
          </a:p>
          <a:p>
            <a:pPr marL="808037" lvl="1" indent="-263524" algn="l" rtl="0">
              <a:lnSpc>
                <a:spcPct val="100000"/>
              </a:lnSpc>
              <a:spcBef>
                <a:spcPts val="960"/>
              </a:spcBef>
              <a:spcAft>
                <a:spcPts val="0"/>
              </a:spcAft>
              <a:buClr>
                <a:srgbClr val="0000CC"/>
              </a:buClr>
              <a:buSzPts val="2400"/>
              <a:buFont typeface="Comic Sans MS"/>
              <a:buChar char="–"/>
            </a:pPr>
            <a:r>
              <a:rPr lang="en-US" sz="2400" b="1" i="0" u="none">
                <a:solidFill>
                  <a:srgbClr val="0000CC"/>
                </a:solidFill>
                <a:latin typeface="Comic Sans MS"/>
                <a:ea typeface="Comic Sans MS"/>
                <a:cs typeface="Comic Sans MS"/>
                <a:sym typeface="Comic Sans MS"/>
              </a:rPr>
              <a:t>After 1</a:t>
            </a:r>
            <a:r>
              <a:rPr lang="en-US" sz="2400" b="1" i="0" u="none" baseline="30000">
                <a:solidFill>
                  <a:srgbClr val="0000CC"/>
                </a:solidFill>
                <a:latin typeface="Comic Sans MS"/>
                <a:ea typeface="Comic Sans MS"/>
                <a:cs typeface="Comic Sans MS"/>
                <a:sym typeface="Comic Sans MS"/>
              </a:rPr>
              <a:t>st</a:t>
            </a:r>
            <a:r>
              <a:rPr lang="en-US" sz="2400" b="1" i="0" u="none">
                <a:solidFill>
                  <a:srgbClr val="0000CC"/>
                </a:solidFill>
                <a:latin typeface="Comic Sans MS"/>
                <a:ea typeface="Comic Sans MS"/>
                <a:cs typeface="Comic Sans MS"/>
                <a:sym typeface="Comic Sans MS"/>
              </a:rPr>
              <a:t> measurement 🡪 </a:t>
            </a:r>
            <a:r>
              <a:rPr lang="en-US" sz="2400" b="1" i="0" u="none">
                <a:solidFill>
                  <a:schemeClr val="dk2"/>
                </a:solidFill>
                <a:latin typeface="Comic Sans MS"/>
                <a:ea typeface="Comic Sans MS"/>
                <a:cs typeface="Comic Sans MS"/>
                <a:sym typeface="Comic Sans MS"/>
              </a:rPr>
              <a:t>RTT</a:t>
            </a:r>
            <a:r>
              <a:rPr lang="en-US" sz="2400" b="1" i="0" u="none" baseline="-25000">
                <a:solidFill>
                  <a:schemeClr val="dk2"/>
                </a:solidFill>
                <a:latin typeface="Comic Sans MS"/>
                <a:ea typeface="Comic Sans MS"/>
                <a:cs typeface="Comic Sans MS"/>
                <a:sym typeface="Comic Sans MS"/>
              </a:rPr>
              <a:t>S</a:t>
            </a:r>
            <a:r>
              <a:rPr lang="en-US" sz="2400" b="1" i="0" u="none">
                <a:solidFill>
                  <a:schemeClr val="dk2"/>
                </a:solidFill>
                <a:latin typeface="Comic Sans MS"/>
                <a:ea typeface="Comic Sans MS"/>
                <a:cs typeface="Comic Sans MS"/>
                <a:sym typeface="Comic Sans MS"/>
              </a:rPr>
              <a:t> = RTT</a:t>
            </a:r>
            <a:r>
              <a:rPr lang="en-US" sz="2400" b="1" i="0" u="none" baseline="-25000">
                <a:solidFill>
                  <a:schemeClr val="dk2"/>
                </a:solidFill>
                <a:latin typeface="Comic Sans MS"/>
                <a:ea typeface="Comic Sans MS"/>
                <a:cs typeface="Comic Sans MS"/>
                <a:sym typeface="Comic Sans MS"/>
              </a:rPr>
              <a:t>M</a:t>
            </a:r>
            <a:endParaRPr sz="2400" b="1" i="0" u="none">
              <a:solidFill>
                <a:schemeClr val="dk2"/>
              </a:solidFill>
              <a:latin typeface="Comic Sans MS"/>
              <a:ea typeface="Comic Sans MS"/>
              <a:cs typeface="Comic Sans MS"/>
              <a:sym typeface="Comic Sans MS"/>
            </a:endParaRPr>
          </a:p>
          <a:p>
            <a:pPr marL="808037" lvl="1" indent="-263524" algn="l" rtl="0">
              <a:lnSpc>
                <a:spcPct val="100000"/>
              </a:lnSpc>
              <a:spcBef>
                <a:spcPts val="960"/>
              </a:spcBef>
              <a:spcAft>
                <a:spcPts val="0"/>
              </a:spcAft>
              <a:buClr>
                <a:srgbClr val="0000CC"/>
              </a:buClr>
              <a:buSzPts val="2400"/>
              <a:buFont typeface="Comic Sans MS"/>
              <a:buChar char="–"/>
            </a:pPr>
            <a:r>
              <a:rPr lang="en-US" sz="2400" b="1" i="0" u="none">
                <a:solidFill>
                  <a:srgbClr val="0000CC"/>
                </a:solidFill>
                <a:latin typeface="Comic Sans MS"/>
                <a:ea typeface="Comic Sans MS"/>
                <a:cs typeface="Comic Sans MS"/>
                <a:sym typeface="Comic Sans MS"/>
              </a:rPr>
              <a:t>2</a:t>
            </a:r>
            <a:r>
              <a:rPr lang="en-US" sz="2400" b="1" i="0" u="none" baseline="30000">
                <a:solidFill>
                  <a:srgbClr val="0000CC"/>
                </a:solidFill>
                <a:latin typeface="Comic Sans MS"/>
                <a:ea typeface="Comic Sans MS"/>
                <a:cs typeface="Comic Sans MS"/>
                <a:sym typeface="Comic Sans MS"/>
              </a:rPr>
              <a:t>nd</a:t>
            </a:r>
            <a:r>
              <a:rPr lang="en-US" sz="2400" b="1" i="0" u="none">
                <a:solidFill>
                  <a:srgbClr val="0000CC"/>
                </a:solidFill>
                <a:latin typeface="Comic Sans MS"/>
                <a:ea typeface="Comic Sans MS"/>
                <a:cs typeface="Comic Sans MS"/>
                <a:sym typeface="Comic Sans MS"/>
              </a:rPr>
              <a:t> … 🡪 </a:t>
            </a:r>
            <a:r>
              <a:rPr lang="en-US" sz="2400" b="1" i="0" u="none">
                <a:solidFill>
                  <a:schemeClr val="dk2"/>
                </a:solidFill>
                <a:latin typeface="Comic Sans MS"/>
                <a:ea typeface="Comic Sans MS"/>
                <a:cs typeface="Comic Sans MS"/>
                <a:sym typeface="Comic Sans MS"/>
              </a:rPr>
              <a:t>RTT</a:t>
            </a:r>
            <a:r>
              <a:rPr lang="en-US" sz="2400" b="1" i="0" u="none" baseline="-25000">
                <a:solidFill>
                  <a:schemeClr val="dk2"/>
                </a:solidFill>
                <a:latin typeface="Comic Sans MS"/>
                <a:ea typeface="Comic Sans MS"/>
                <a:cs typeface="Comic Sans MS"/>
                <a:sym typeface="Comic Sans MS"/>
              </a:rPr>
              <a:t>S</a:t>
            </a:r>
            <a:r>
              <a:rPr lang="en-US" sz="2400" b="1" i="0" u="none">
                <a:solidFill>
                  <a:schemeClr val="dk2"/>
                </a:solidFill>
                <a:latin typeface="Comic Sans MS"/>
                <a:ea typeface="Comic Sans MS"/>
                <a:cs typeface="Comic Sans MS"/>
                <a:sym typeface="Comic Sans MS"/>
              </a:rPr>
              <a:t> = (1-</a:t>
            </a:r>
            <a:r>
              <a:rPr lang="en-US" sz="2400" b="1" i="0" u="none">
                <a:solidFill>
                  <a:schemeClr val="dk2"/>
                </a:solidFill>
                <a:latin typeface="Noto Sans Symbols"/>
                <a:ea typeface="Noto Sans Symbols"/>
                <a:cs typeface="Noto Sans Symbols"/>
                <a:sym typeface="Noto Sans Symbols"/>
              </a:rPr>
              <a:t>α</a:t>
            </a:r>
            <a:r>
              <a:rPr lang="en-US" sz="2400" b="1" i="0" u="none">
                <a:solidFill>
                  <a:schemeClr val="dk2"/>
                </a:solidFill>
                <a:latin typeface="Comic Sans MS"/>
                <a:ea typeface="Comic Sans MS"/>
                <a:cs typeface="Comic Sans MS"/>
                <a:sym typeface="Comic Sans MS"/>
              </a:rPr>
              <a:t>)*RTT</a:t>
            </a:r>
            <a:r>
              <a:rPr lang="en-US" sz="2400" b="1" i="0" u="none" baseline="-25000">
                <a:solidFill>
                  <a:schemeClr val="dk2"/>
                </a:solidFill>
                <a:latin typeface="Comic Sans MS"/>
                <a:ea typeface="Comic Sans MS"/>
                <a:cs typeface="Comic Sans MS"/>
                <a:sym typeface="Comic Sans MS"/>
              </a:rPr>
              <a:t>S</a:t>
            </a:r>
            <a:r>
              <a:rPr lang="en-US" sz="2400" b="1" i="0" u="none">
                <a:solidFill>
                  <a:schemeClr val="dk2"/>
                </a:solidFill>
                <a:latin typeface="Comic Sans MS"/>
                <a:ea typeface="Comic Sans MS"/>
                <a:cs typeface="Comic Sans MS"/>
                <a:sym typeface="Comic Sans MS"/>
              </a:rPr>
              <a:t> + </a:t>
            </a:r>
            <a:r>
              <a:rPr lang="en-US" sz="2400" b="1" i="0" u="none">
                <a:solidFill>
                  <a:schemeClr val="dk2"/>
                </a:solidFill>
                <a:latin typeface="Noto Sans Symbols"/>
                <a:ea typeface="Noto Sans Symbols"/>
                <a:cs typeface="Noto Sans Symbols"/>
                <a:sym typeface="Noto Sans Symbols"/>
              </a:rPr>
              <a:t>α</a:t>
            </a:r>
            <a:r>
              <a:rPr lang="en-US" sz="2400" b="1" i="0" u="none">
                <a:solidFill>
                  <a:schemeClr val="dk2"/>
                </a:solidFill>
                <a:latin typeface="Comic Sans MS"/>
                <a:ea typeface="Comic Sans MS"/>
                <a:cs typeface="Comic Sans MS"/>
                <a:sym typeface="Comic Sans MS"/>
              </a:rPr>
              <a:t>*RTT</a:t>
            </a:r>
            <a:r>
              <a:rPr lang="en-US" sz="2400" b="1" i="0" u="none" baseline="-25000">
                <a:solidFill>
                  <a:schemeClr val="dk2"/>
                </a:solidFill>
                <a:latin typeface="Comic Sans MS"/>
                <a:ea typeface="Comic Sans MS"/>
                <a:cs typeface="Comic Sans MS"/>
                <a:sym typeface="Comic Sans MS"/>
              </a:rPr>
              <a:t>M</a:t>
            </a:r>
            <a:endParaRPr sz="2400" b="1" i="0" u="none">
              <a:solidFill>
                <a:schemeClr val="dk2"/>
              </a:solidFill>
              <a:latin typeface="Comic Sans MS"/>
              <a:ea typeface="Comic Sans MS"/>
              <a:cs typeface="Comic Sans MS"/>
              <a:sym typeface="Comic Sans MS"/>
            </a:endParaRPr>
          </a:p>
          <a:p>
            <a:pPr marL="365125" lvl="0" indent="-365125" algn="l" rtl="0">
              <a:lnSpc>
                <a:spcPct val="100000"/>
              </a:lnSpc>
              <a:spcBef>
                <a:spcPts val="1120"/>
              </a:spcBef>
              <a:spcAft>
                <a:spcPts val="0"/>
              </a:spcAft>
              <a:buClr>
                <a:schemeClr val="dk2"/>
              </a:buClr>
              <a:buSzPts val="2800"/>
              <a:buFont typeface="Comic Sans MS"/>
              <a:buChar char="•"/>
            </a:pPr>
            <a:r>
              <a:rPr lang="en-US" sz="2800" b="1" i="0" u="none">
                <a:solidFill>
                  <a:schemeClr val="dk2"/>
                </a:solidFill>
                <a:latin typeface="Comic Sans MS"/>
                <a:ea typeface="Comic Sans MS"/>
                <a:cs typeface="Comic Sans MS"/>
                <a:sym typeface="Comic Sans MS"/>
              </a:rPr>
              <a:t>RTT Deviation : RTT</a:t>
            </a:r>
            <a:r>
              <a:rPr lang="en-US" sz="2800" b="1" i="0" u="none" baseline="-25000">
                <a:solidFill>
                  <a:schemeClr val="dk2"/>
                </a:solidFill>
                <a:latin typeface="Comic Sans MS"/>
                <a:ea typeface="Comic Sans MS"/>
                <a:cs typeface="Comic Sans MS"/>
                <a:sym typeface="Comic Sans MS"/>
              </a:rPr>
              <a:t>D</a:t>
            </a:r>
            <a:endParaRPr sz="2800" b="1" i="0" u="none">
              <a:solidFill>
                <a:schemeClr val="dk2"/>
              </a:solidFill>
              <a:latin typeface="Comic Sans MS"/>
              <a:ea typeface="Comic Sans MS"/>
              <a:cs typeface="Comic Sans MS"/>
              <a:sym typeface="Comic Sans MS"/>
            </a:endParaRPr>
          </a:p>
          <a:p>
            <a:pPr marL="808037" lvl="1" indent="-263524" algn="l" rtl="0">
              <a:lnSpc>
                <a:spcPct val="100000"/>
              </a:lnSpc>
              <a:spcBef>
                <a:spcPts val="960"/>
              </a:spcBef>
              <a:spcAft>
                <a:spcPts val="0"/>
              </a:spcAft>
              <a:buClr>
                <a:srgbClr val="0000CC"/>
              </a:buClr>
              <a:buSzPts val="2400"/>
              <a:buFont typeface="Comic Sans MS"/>
              <a:buChar char="–"/>
            </a:pPr>
            <a:r>
              <a:rPr lang="en-US" sz="2400" b="1" i="0" u="none">
                <a:solidFill>
                  <a:srgbClr val="0000CC"/>
                </a:solidFill>
                <a:latin typeface="Comic Sans MS"/>
                <a:ea typeface="Comic Sans MS"/>
                <a:cs typeface="Comic Sans MS"/>
                <a:sym typeface="Comic Sans MS"/>
              </a:rPr>
              <a:t>Original 🡪 No value</a:t>
            </a:r>
            <a:endParaRPr/>
          </a:p>
          <a:p>
            <a:pPr marL="808037" lvl="1" indent="-263524" algn="l" rtl="0">
              <a:lnSpc>
                <a:spcPct val="100000"/>
              </a:lnSpc>
              <a:spcBef>
                <a:spcPts val="960"/>
              </a:spcBef>
              <a:spcAft>
                <a:spcPts val="0"/>
              </a:spcAft>
              <a:buClr>
                <a:srgbClr val="0000CC"/>
              </a:buClr>
              <a:buSzPts val="2400"/>
              <a:buFont typeface="Comic Sans MS"/>
              <a:buChar char="–"/>
            </a:pPr>
            <a:r>
              <a:rPr lang="en-US" sz="2400" b="1" i="0" u="none">
                <a:solidFill>
                  <a:srgbClr val="0000CC"/>
                </a:solidFill>
                <a:latin typeface="Comic Sans MS"/>
                <a:ea typeface="Comic Sans MS"/>
                <a:cs typeface="Comic Sans MS"/>
                <a:sym typeface="Comic Sans MS"/>
              </a:rPr>
              <a:t>After 1</a:t>
            </a:r>
            <a:r>
              <a:rPr lang="en-US" sz="2400" b="1" i="0" u="none" baseline="30000">
                <a:solidFill>
                  <a:srgbClr val="0000CC"/>
                </a:solidFill>
                <a:latin typeface="Comic Sans MS"/>
                <a:ea typeface="Comic Sans MS"/>
                <a:cs typeface="Comic Sans MS"/>
                <a:sym typeface="Comic Sans MS"/>
              </a:rPr>
              <a:t>st</a:t>
            </a:r>
            <a:r>
              <a:rPr lang="en-US" sz="2400" b="1" i="0" u="none">
                <a:solidFill>
                  <a:srgbClr val="0000CC"/>
                </a:solidFill>
                <a:latin typeface="Comic Sans MS"/>
                <a:ea typeface="Comic Sans MS"/>
                <a:cs typeface="Comic Sans MS"/>
                <a:sym typeface="Comic Sans MS"/>
              </a:rPr>
              <a:t> measurement 🡪</a:t>
            </a:r>
            <a:r>
              <a:rPr lang="en-US" sz="2400" b="1" i="0" u="none">
                <a:solidFill>
                  <a:schemeClr val="dk2"/>
                </a:solidFill>
                <a:latin typeface="Comic Sans MS"/>
                <a:ea typeface="Comic Sans MS"/>
                <a:cs typeface="Comic Sans MS"/>
                <a:sym typeface="Comic Sans MS"/>
              </a:rPr>
              <a:t> RTT</a:t>
            </a:r>
            <a:r>
              <a:rPr lang="en-US" sz="2400" b="1" i="0" u="none" baseline="-25000">
                <a:solidFill>
                  <a:schemeClr val="dk2"/>
                </a:solidFill>
                <a:latin typeface="Comic Sans MS"/>
                <a:ea typeface="Comic Sans MS"/>
                <a:cs typeface="Comic Sans MS"/>
                <a:sym typeface="Comic Sans MS"/>
              </a:rPr>
              <a:t>D</a:t>
            </a:r>
            <a:r>
              <a:rPr lang="en-US" sz="2400" b="1" i="0" u="none">
                <a:solidFill>
                  <a:schemeClr val="dk2"/>
                </a:solidFill>
                <a:latin typeface="Comic Sans MS"/>
                <a:ea typeface="Comic Sans MS"/>
                <a:cs typeface="Comic Sans MS"/>
                <a:sym typeface="Comic Sans MS"/>
              </a:rPr>
              <a:t> = 0.5*RTT</a:t>
            </a:r>
            <a:r>
              <a:rPr lang="en-US" sz="2400" b="1" i="0" u="none" baseline="-25000">
                <a:solidFill>
                  <a:schemeClr val="dk2"/>
                </a:solidFill>
                <a:latin typeface="Comic Sans MS"/>
                <a:ea typeface="Comic Sans MS"/>
                <a:cs typeface="Comic Sans MS"/>
                <a:sym typeface="Comic Sans MS"/>
              </a:rPr>
              <a:t>M</a:t>
            </a:r>
            <a:endParaRPr sz="2400" b="1" i="0" u="none">
              <a:solidFill>
                <a:schemeClr val="dk2"/>
              </a:solidFill>
              <a:latin typeface="Comic Sans MS"/>
              <a:ea typeface="Comic Sans MS"/>
              <a:cs typeface="Comic Sans MS"/>
              <a:sym typeface="Comic Sans MS"/>
            </a:endParaRPr>
          </a:p>
          <a:p>
            <a:pPr marL="808037" lvl="1" indent="-263524" algn="l" rtl="0">
              <a:lnSpc>
                <a:spcPct val="100000"/>
              </a:lnSpc>
              <a:spcBef>
                <a:spcPts val="960"/>
              </a:spcBef>
              <a:spcAft>
                <a:spcPts val="0"/>
              </a:spcAft>
              <a:buClr>
                <a:srgbClr val="0000CC"/>
              </a:buClr>
              <a:buSzPts val="2400"/>
              <a:buFont typeface="Comic Sans MS"/>
              <a:buChar char="–"/>
            </a:pPr>
            <a:r>
              <a:rPr lang="en-US" sz="2400" b="1" i="0" u="none">
                <a:solidFill>
                  <a:srgbClr val="0000CC"/>
                </a:solidFill>
                <a:latin typeface="Comic Sans MS"/>
                <a:ea typeface="Comic Sans MS"/>
                <a:cs typeface="Comic Sans MS"/>
                <a:sym typeface="Comic Sans MS"/>
              </a:rPr>
              <a:t>2</a:t>
            </a:r>
            <a:r>
              <a:rPr lang="en-US" sz="2400" b="1" i="0" u="none" baseline="30000">
                <a:solidFill>
                  <a:srgbClr val="0000CC"/>
                </a:solidFill>
                <a:latin typeface="Comic Sans MS"/>
                <a:ea typeface="Comic Sans MS"/>
                <a:cs typeface="Comic Sans MS"/>
                <a:sym typeface="Comic Sans MS"/>
              </a:rPr>
              <a:t>nd</a:t>
            </a:r>
            <a:r>
              <a:rPr lang="en-US" sz="2400" b="1" i="0" u="none">
                <a:solidFill>
                  <a:srgbClr val="0000CC"/>
                </a:solidFill>
                <a:latin typeface="Comic Sans MS"/>
                <a:ea typeface="Comic Sans MS"/>
                <a:cs typeface="Comic Sans MS"/>
                <a:sym typeface="Comic Sans MS"/>
              </a:rPr>
              <a:t> … 🡪 </a:t>
            </a:r>
            <a:r>
              <a:rPr lang="en-US" sz="2400" b="1" i="0" u="none">
                <a:solidFill>
                  <a:schemeClr val="dk2"/>
                </a:solidFill>
                <a:latin typeface="Comic Sans MS"/>
                <a:ea typeface="Comic Sans MS"/>
                <a:cs typeface="Comic Sans MS"/>
                <a:sym typeface="Comic Sans MS"/>
              </a:rPr>
              <a:t>RTT</a:t>
            </a:r>
            <a:r>
              <a:rPr lang="en-US" sz="2400" b="1" i="0" u="none" baseline="-25000">
                <a:solidFill>
                  <a:schemeClr val="dk2"/>
                </a:solidFill>
                <a:latin typeface="Comic Sans MS"/>
                <a:ea typeface="Comic Sans MS"/>
                <a:cs typeface="Comic Sans MS"/>
                <a:sym typeface="Comic Sans MS"/>
              </a:rPr>
              <a:t>D </a:t>
            </a:r>
            <a:r>
              <a:rPr lang="en-US" sz="2400" b="1" i="0" u="none">
                <a:solidFill>
                  <a:schemeClr val="dk2"/>
                </a:solidFill>
                <a:latin typeface="Comic Sans MS"/>
                <a:ea typeface="Comic Sans MS"/>
                <a:cs typeface="Comic Sans MS"/>
                <a:sym typeface="Comic Sans MS"/>
              </a:rPr>
              <a:t>= (1-</a:t>
            </a:r>
            <a:r>
              <a:rPr lang="en-US" sz="2400" b="1" i="0" u="none">
                <a:solidFill>
                  <a:schemeClr val="dk2"/>
                </a:solidFill>
                <a:latin typeface="Noto Sans Symbols"/>
                <a:ea typeface="Noto Sans Symbols"/>
                <a:cs typeface="Noto Sans Symbols"/>
                <a:sym typeface="Noto Sans Symbols"/>
              </a:rPr>
              <a:t>β</a:t>
            </a:r>
            <a:r>
              <a:rPr lang="en-US" sz="2400" b="1" i="0" u="none">
                <a:solidFill>
                  <a:schemeClr val="dk2"/>
                </a:solidFill>
                <a:latin typeface="Comic Sans MS"/>
                <a:ea typeface="Comic Sans MS"/>
                <a:cs typeface="Comic Sans MS"/>
                <a:sym typeface="Comic Sans MS"/>
              </a:rPr>
              <a:t>)*RTT</a:t>
            </a:r>
            <a:r>
              <a:rPr lang="en-US" sz="2400" b="1" i="0" u="none" baseline="-25000">
                <a:solidFill>
                  <a:schemeClr val="dk2"/>
                </a:solidFill>
                <a:latin typeface="Comic Sans MS"/>
                <a:ea typeface="Comic Sans MS"/>
                <a:cs typeface="Comic Sans MS"/>
                <a:sym typeface="Comic Sans MS"/>
              </a:rPr>
              <a:t>D</a:t>
            </a:r>
            <a:r>
              <a:rPr lang="en-US" sz="2400" b="1" i="0" u="none">
                <a:solidFill>
                  <a:schemeClr val="dk2"/>
                </a:solidFill>
                <a:latin typeface="Comic Sans MS"/>
                <a:ea typeface="Comic Sans MS"/>
                <a:cs typeface="Comic Sans MS"/>
                <a:sym typeface="Comic Sans MS"/>
              </a:rPr>
              <a:t> + </a:t>
            </a:r>
            <a:r>
              <a:rPr lang="en-US" sz="2400" b="1" i="0" u="none">
                <a:solidFill>
                  <a:schemeClr val="dk2"/>
                </a:solidFill>
                <a:latin typeface="Noto Sans Symbols"/>
                <a:ea typeface="Noto Sans Symbols"/>
                <a:cs typeface="Noto Sans Symbols"/>
                <a:sym typeface="Noto Sans Symbols"/>
              </a:rPr>
              <a:t>β</a:t>
            </a:r>
            <a:r>
              <a:rPr lang="en-US" sz="2400" b="1" i="0" u="none">
                <a:solidFill>
                  <a:schemeClr val="dk2"/>
                </a:solidFill>
                <a:latin typeface="Comic Sans MS"/>
                <a:ea typeface="Comic Sans MS"/>
                <a:cs typeface="Comic Sans MS"/>
                <a:sym typeface="Comic Sans MS"/>
              </a:rPr>
              <a:t>*|RTT</a:t>
            </a:r>
            <a:r>
              <a:rPr lang="en-US" sz="2400" b="1" i="0" u="none" baseline="-25000">
                <a:solidFill>
                  <a:schemeClr val="dk2"/>
                </a:solidFill>
                <a:latin typeface="Comic Sans MS"/>
                <a:ea typeface="Comic Sans MS"/>
                <a:cs typeface="Comic Sans MS"/>
                <a:sym typeface="Comic Sans MS"/>
              </a:rPr>
              <a:t>S</a:t>
            </a:r>
            <a:r>
              <a:rPr lang="en-US" sz="2400" b="1" i="0" u="none">
                <a:solidFill>
                  <a:schemeClr val="dk2"/>
                </a:solidFill>
                <a:latin typeface="Comic Sans MS"/>
                <a:ea typeface="Comic Sans MS"/>
                <a:cs typeface="Comic Sans MS"/>
                <a:sym typeface="Comic Sans MS"/>
              </a:rPr>
              <a:t> - RTT</a:t>
            </a:r>
            <a:r>
              <a:rPr lang="en-US" sz="2400" b="1" i="0" u="none" baseline="-25000">
                <a:solidFill>
                  <a:schemeClr val="dk2"/>
                </a:solidFill>
                <a:latin typeface="Comic Sans MS"/>
                <a:ea typeface="Comic Sans MS"/>
                <a:cs typeface="Comic Sans MS"/>
                <a:sym typeface="Comic Sans MS"/>
              </a:rPr>
              <a:t>M</a:t>
            </a:r>
            <a:r>
              <a:rPr lang="en-US" sz="2400" b="1" i="0" u="none">
                <a:solidFill>
                  <a:schemeClr val="dk2"/>
                </a:solidFill>
                <a:latin typeface="Comic Sans MS"/>
                <a:ea typeface="Comic Sans MS"/>
                <a:cs typeface="Comic Sans MS"/>
                <a:sym typeface="Comic Sans MS"/>
              </a:rPr>
              <a:t>|</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686"/>
        <p:cNvGrpSpPr/>
        <p:nvPr/>
      </p:nvGrpSpPr>
      <p:grpSpPr>
        <a:xfrm>
          <a:off x="0" y="0"/>
          <a:ext cx="0" cy="0"/>
          <a:chOff x="0" y="0"/>
          <a:chExt cx="0" cy="0"/>
        </a:xfrm>
      </p:grpSpPr>
      <p:sp>
        <p:nvSpPr>
          <p:cNvPr id="1687" name="Google Shape;1687;p92"/>
          <p:cNvSpPr txBox="1"/>
          <p:nvPr/>
        </p:nvSpPr>
        <p:spPr>
          <a:xfrm>
            <a:off x="3556000" y="6248400"/>
            <a:ext cx="28956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400"/>
              <a:buFont typeface="Comic Sans MS"/>
              <a:buNone/>
            </a:pPr>
            <a:r>
              <a:rPr lang="en-US" sz="1400" b="0" i="0" u="none">
                <a:solidFill>
                  <a:schemeClr val="dk1"/>
                </a:solidFill>
                <a:latin typeface="Comic Sans MS"/>
                <a:ea typeface="Comic Sans MS"/>
                <a:cs typeface="Comic Sans MS"/>
                <a:sym typeface="Comic Sans MS"/>
              </a:rPr>
              <a:t>TCP/IP Protocol Suite</a:t>
            </a:r>
            <a:endParaRPr/>
          </a:p>
        </p:txBody>
      </p:sp>
      <p:sp>
        <p:nvSpPr>
          <p:cNvPr id="1688" name="Google Shape;1688;p92"/>
          <p:cNvSpPr txBox="1"/>
          <p:nvPr/>
        </p:nvSpPr>
        <p:spPr>
          <a:xfrm>
            <a:off x="67183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Comic Sans MS"/>
              <a:buNone/>
            </a:pPr>
            <a:fld id="{00000000-1234-1234-1234-123412341234}" type="slidenum">
              <a:rPr lang="en-US" sz="1400" b="0" i="0" u="none">
                <a:solidFill>
                  <a:schemeClr val="dk1"/>
                </a:solidFill>
                <a:latin typeface="Comic Sans MS"/>
                <a:ea typeface="Comic Sans MS"/>
                <a:cs typeface="Comic Sans MS"/>
                <a:sym typeface="Comic Sans MS"/>
              </a:rPr>
              <a:t>92</a:t>
            </a:fld>
            <a:endParaRPr/>
          </a:p>
        </p:txBody>
      </p:sp>
      <p:sp>
        <p:nvSpPr>
          <p:cNvPr id="1689" name="Google Shape;1689;p92"/>
          <p:cNvSpPr txBox="1">
            <a:spLocks noGrp="1"/>
          </p:cNvSpPr>
          <p:nvPr>
            <p:ph type="title"/>
          </p:nvPr>
        </p:nvSpPr>
        <p:spPr>
          <a:xfrm>
            <a:off x="685800" y="228600"/>
            <a:ext cx="7162800" cy="83661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0000CC"/>
              </a:buClr>
              <a:buSzPts val="3600"/>
              <a:buFont typeface="Comic Sans MS"/>
              <a:buNone/>
            </a:pPr>
            <a:r>
              <a:rPr lang="en-US" sz="3600" b="1" i="0" u="none">
                <a:solidFill>
                  <a:srgbClr val="0000CC"/>
                </a:solidFill>
                <a:latin typeface="Comic Sans MS"/>
                <a:ea typeface="Comic Sans MS"/>
                <a:cs typeface="Comic Sans MS"/>
                <a:sym typeface="Comic Sans MS"/>
              </a:rPr>
              <a:t>Calculation of RTO (2)</a:t>
            </a:r>
            <a:endParaRPr/>
          </a:p>
        </p:txBody>
      </p:sp>
      <p:sp>
        <p:nvSpPr>
          <p:cNvPr id="1690" name="Google Shape;1690;p92"/>
          <p:cNvSpPr txBox="1">
            <a:spLocks noGrp="1"/>
          </p:cNvSpPr>
          <p:nvPr>
            <p:ph type="body" idx="1"/>
          </p:nvPr>
        </p:nvSpPr>
        <p:spPr>
          <a:xfrm>
            <a:off x="381000" y="1219200"/>
            <a:ext cx="8305800" cy="4953000"/>
          </a:xfrm>
          <a:prstGeom prst="rect">
            <a:avLst/>
          </a:prstGeom>
          <a:noFill/>
          <a:ln>
            <a:noFill/>
          </a:ln>
        </p:spPr>
        <p:txBody>
          <a:bodyPr spcFirstLastPara="1" wrap="square" lIns="91425" tIns="45700" rIns="91425" bIns="45700" anchor="t" anchorCtr="0">
            <a:noAutofit/>
          </a:bodyPr>
          <a:lstStyle/>
          <a:p>
            <a:pPr marL="365125" lvl="0" indent="-365125" algn="l" rtl="0">
              <a:lnSpc>
                <a:spcPct val="100000"/>
              </a:lnSpc>
              <a:spcBef>
                <a:spcPts val="0"/>
              </a:spcBef>
              <a:spcAft>
                <a:spcPts val="0"/>
              </a:spcAft>
              <a:buClr>
                <a:schemeClr val="dk2"/>
              </a:buClr>
              <a:buSzPts val="2800"/>
              <a:buFont typeface="Comic Sans MS"/>
              <a:buChar char="•"/>
            </a:pPr>
            <a:r>
              <a:rPr lang="en-US" sz="2800" b="1" i="0" u="none">
                <a:solidFill>
                  <a:schemeClr val="dk2"/>
                </a:solidFill>
                <a:latin typeface="Comic Sans MS"/>
                <a:ea typeface="Comic Sans MS"/>
                <a:cs typeface="Comic Sans MS"/>
                <a:sym typeface="Comic Sans MS"/>
              </a:rPr>
              <a:t>Retransmission Timeout (RTO)</a:t>
            </a:r>
            <a:endParaRPr/>
          </a:p>
          <a:p>
            <a:pPr marL="808037" lvl="1" indent="-263524" algn="l" rtl="0">
              <a:lnSpc>
                <a:spcPct val="100000"/>
              </a:lnSpc>
              <a:spcBef>
                <a:spcPts val="960"/>
              </a:spcBef>
              <a:spcAft>
                <a:spcPts val="0"/>
              </a:spcAft>
              <a:buClr>
                <a:srgbClr val="0000CC"/>
              </a:buClr>
              <a:buSzPts val="2400"/>
              <a:buFont typeface="Comic Sans MS"/>
              <a:buChar char="–"/>
            </a:pPr>
            <a:r>
              <a:rPr lang="en-US" sz="2400" b="1" i="0" u="none">
                <a:solidFill>
                  <a:srgbClr val="0000CC"/>
                </a:solidFill>
                <a:latin typeface="Comic Sans MS"/>
                <a:ea typeface="Comic Sans MS"/>
                <a:cs typeface="Comic Sans MS"/>
                <a:sym typeface="Comic Sans MS"/>
              </a:rPr>
              <a:t>Original 🡪 Initial value</a:t>
            </a:r>
            <a:endParaRPr/>
          </a:p>
          <a:p>
            <a:pPr marL="808037" lvl="1" indent="-263524" algn="l" rtl="0">
              <a:lnSpc>
                <a:spcPct val="120000"/>
              </a:lnSpc>
              <a:spcBef>
                <a:spcPts val="960"/>
              </a:spcBef>
              <a:spcAft>
                <a:spcPts val="0"/>
              </a:spcAft>
              <a:buClr>
                <a:srgbClr val="0000CC"/>
              </a:buClr>
              <a:buSzPts val="2400"/>
              <a:buFont typeface="Comic Sans MS"/>
              <a:buChar char="–"/>
            </a:pPr>
            <a:r>
              <a:rPr lang="en-US" sz="2400" b="1" i="0" u="none">
                <a:solidFill>
                  <a:srgbClr val="0000CC"/>
                </a:solidFill>
                <a:latin typeface="Comic Sans MS"/>
                <a:ea typeface="Comic Sans MS"/>
                <a:cs typeface="Comic Sans MS"/>
                <a:sym typeface="Comic Sans MS"/>
              </a:rPr>
              <a:t>After any measurement</a:t>
            </a:r>
            <a:r>
              <a:rPr lang="en-US" sz="2400" b="1" i="0" u="none">
                <a:solidFill>
                  <a:schemeClr val="dk2"/>
                </a:solidFill>
                <a:latin typeface="Comic Sans MS"/>
                <a:ea typeface="Comic Sans MS"/>
                <a:cs typeface="Comic Sans MS"/>
                <a:sym typeface="Comic Sans MS"/>
              </a:rPr>
              <a:t> </a:t>
            </a:r>
            <a:br>
              <a:rPr lang="en-US" sz="2400" b="1" i="0" u="none">
                <a:solidFill>
                  <a:schemeClr val="dk2"/>
                </a:solidFill>
                <a:latin typeface="Comic Sans MS"/>
                <a:ea typeface="Comic Sans MS"/>
                <a:cs typeface="Comic Sans MS"/>
                <a:sym typeface="Comic Sans MS"/>
              </a:rPr>
            </a:br>
            <a:r>
              <a:rPr lang="en-US" sz="2400" b="1" i="0" u="none">
                <a:solidFill>
                  <a:schemeClr val="dk2"/>
                </a:solidFill>
                <a:latin typeface="Comic Sans MS"/>
                <a:ea typeface="Comic Sans MS"/>
                <a:cs typeface="Comic Sans MS"/>
                <a:sym typeface="Comic Sans MS"/>
              </a:rPr>
              <a:t>🡪 RTO = RTT</a:t>
            </a:r>
            <a:r>
              <a:rPr lang="en-US" sz="2400" b="1" i="0" u="none" baseline="-25000">
                <a:solidFill>
                  <a:schemeClr val="dk2"/>
                </a:solidFill>
                <a:latin typeface="Comic Sans MS"/>
                <a:ea typeface="Comic Sans MS"/>
                <a:cs typeface="Comic Sans MS"/>
                <a:sym typeface="Comic Sans MS"/>
              </a:rPr>
              <a:t>S</a:t>
            </a:r>
            <a:r>
              <a:rPr lang="en-US" sz="2400" b="1" i="0" u="none">
                <a:solidFill>
                  <a:schemeClr val="dk2"/>
                </a:solidFill>
                <a:latin typeface="Comic Sans MS"/>
                <a:ea typeface="Comic Sans MS"/>
                <a:cs typeface="Comic Sans MS"/>
                <a:sym typeface="Comic Sans MS"/>
              </a:rPr>
              <a:t> + 4RTT</a:t>
            </a:r>
            <a:r>
              <a:rPr lang="en-US" sz="2400" b="1" i="0" u="none" baseline="-25000">
                <a:solidFill>
                  <a:schemeClr val="dk2"/>
                </a:solidFill>
                <a:latin typeface="Comic Sans MS"/>
                <a:ea typeface="Comic Sans MS"/>
                <a:cs typeface="Comic Sans MS"/>
                <a:sym typeface="Comic Sans MS"/>
              </a:rPr>
              <a:t>D</a:t>
            </a:r>
            <a:endParaRPr/>
          </a:p>
          <a:p>
            <a:pPr marL="365125" lvl="0" indent="-365125" algn="l" rtl="0">
              <a:lnSpc>
                <a:spcPct val="100000"/>
              </a:lnSpc>
              <a:spcBef>
                <a:spcPts val="1120"/>
              </a:spcBef>
              <a:spcAft>
                <a:spcPts val="0"/>
              </a:spcAft>
              <a:buClr>
                <a:schemeClr val="dk2"/>
              </a:buClr>
              <a:buSzPts val="2800"/>
              <a:buFont typeface="Comic Sans MS"/>
              <a:buChar char="•"/>
            </a:pPr>
            <a:r>
              <a:rPr lang="en-US" sz="2800" b="1" i="0" u="none">
                <a:solidFill>
                  <a:schemeClr val="dk2"/>
                </a:solidFill>
                <a:latin typeface="Comic Sans MS"/>
                <a:ea typeface="Comic Sans MS"/>
                <a:cs typeface="Comic Sans MS"/>
                <a:sym typeface="Comic Sans MS"/>
              </a:rPr>
              <a:t>Example 10 (page 322)</a:t>
            </a:r>
            <a:endParaRPr/>
          </a:p>
          <a:p>
            <a:pPr marL="808037" lvl="1" indent="-263524" algn="l" rtl="0">
              <a:lnSpc>
                <a:spcPct val="100000"/>
              </a:lnSpc>
              <a:spcBef>
                <a:spcPts val="960"/>
              </a:spcBef>
              <a:spcAft>
                <a:spcPts val="0"/>
              </a:spcAft>
              <a:buClr>
                <a:srgbClr val="0000CC"/>
              </a:buClr>
              <a:buSzPts val="2400"/>
              <a:buFont typeface="Comic Sans MS"/>
              <a:buChar char="–"/>
            </a:pPr>
            <a:r>
              <a:rPr lang="en-US" sz="2400" b="1" i="0" u="none">
                <a:solidFill>
                  <a:srgbClr val="0000CC"/>
                </a:solidFill>
                <a:latin typeface="Comic Sans MS"/>
                <a:ea typeface="Comic Sans MS"/>
                <a:cs typeface="Comic Sans MS"/>
                <a:sym typeface="Comic Sans MS"/>
              </a:rPr>
              <a:t> </a:t>
            </a:r>
            <a:r>
              <a:rPr lang="en-US" sz="2400" b="1" i="0" u="none">
                <a:solidFill>
                  <a:srgbClr val="0000CC"/>
                </a:solidFill>
                <a:latin typeface="Noto Sans Symbols"/>
                <a:ea typeface="Noto Sans Symbols"/>
                <a:cs typeface="Noto Sans Symbols"/>
                <a:sym typeface="Noto Sans Symbols"/>
              </a:rPr>
              <a:t>α</a:t>
            </a:r>
            <a:r>
              <a:rPr lang="en-US" sz="2400" b="1" i="0" u="none">
                <a:solidFill>
                  <a:srgbClr val="0000CC"/>
                </a:solidFill>
                <a:latin typeface="Comic Sans MS"/>
                <a:ea typeface="Comic Sans MS"/>
                <a:cs typeface="Comic Sans MS"/>
                <a:sym typeface="Comic Sans MS"/>
              </a:rPr>
              <a:t> = 1/8</a:t>
            </a:r>
            <a:endParaRPr/>
          </a:p>
          <a:p>
            <a:pPr marL="808037" lvl="1" indent="-263524" algn="l" rtl="0">
              <a:lnSpc>
                <a:spcPct val="100000"/>
              </a:lnSpc>
              <a:spcBef>
                <a:spcPts val="960"/>
              </a:spcBef>
              <a:spcAft>
                <a:spcPts val="0"/>
              </a:spcAft>
              <a:buClr>
                <a:srgbClr val="0000CC"/>
              </a:buClr>
              <a:buSzPts val="2400"/>
              <a:buFont typeface="Comic Sans MS"/>
              <a:buChar char="–"/>
            </a:pPr>
            <a:r>
              <a:rPr lang="en-US" sz="2400" b="1" i="0" u="none">
                <a:solidFill>
                  <a:srgbClr val="0000CC"/>
                </a:solidFill>
                <a:latin typeface="Comic Sans MS"/>
                <a:ea typeface="Comic Sans MS"/>
                <a:cs typeface="Comic Sans MS"/>
                <a:sym typeface="Comic Sans MS"/>
              </a:rPr>
              <a:t> </a:t>
            </a:r>
            <a:r>
              <a:rPr lang="en-US" sz="2400" b="1" i="0" u="none">
                <a:solidFill>
                  <a:srgbClr val="0000CC"/>
                </a:solidFill>
                <a:latin typeface="Noto Sans Symbols"/>
                <a:ea typeface="Noto Sans Symbols"/>
                <a:cs typeface="Noto Sans Symbols"/>
                <a:sym typeface="Noto Sans Symbols"/>
              </a:rPr>
              <a:t>β</a:t>
            </a:r>
            <a:r>
              <a:rPr lang="en-US" sz="2400" b="1" i="0" u="none">
                <a:solidFill>
                  <a:srgbClr val="0000CC"/>
                </a:solidFill>
                <a:latin typeface="Comic Sans MS"/>
                <a:ea typeface="Comic Sans MS"/>
                <a:cs typeface="Comic Sans MS"/>
                <a:sym typeface="Comic Sans MS"/>
              </a:rPr>
              <a:t> = 1/4</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695"/>
        <p:cNvGrpSpPr/>
        <p:nvPr/>
      </p:nvGrpSpPr>
      <p:grpSpPr>
        <a:xfrm>
          <a:off x="0" y="0"/>
          <a:ext cx="0" cy="0"/>
          <a:chOff x="0" y="0"/>
          <a:chExt cx="0" cy="0"/>
        </a:xfrm>
      </p:grpSpPr>
      <p:sp>
        <p:nvSpPr>
          <p:cNvPr id="1696" name="Google Shape;1696;p93"/>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697" name="Google Shape;1697;p93"/>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93</a:t>
            </a:fld>
            <a:endParaRPr/>
          </a:p>
        </p:txBody>
      </p:sp>
      <p:sp>
        <p:nvSpPr>
          <p:cNvPr id="1698" name="Google Shape;1698;p93"/>
          <p:cNvSpPr txBox="1"/>
          <p:nvPr/>
        </p:nvSpPr>
        <p:spPr>
          <a:xfrm>
            <a:off x="76200" y="696912"/>
            <a:ext cx="8801100" cy="283051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Arimo"/>
              <a:buNone/>
            </a:pPr>
            <a:r>
              <a:rPr lang="en-US" sz="2400" b="1" i="0" u="none">
                <a:solidFill>
                  <a:schemeClr val="dk1"/>
                </a:solidFill>
                <a:latin typeface="Arimo"/>
                <a:ea typeface="Arimo"/>
                <a:cs typeface="Arimo"/>
                <a:sym typeface="Arimo"/>
              </a:rPr>
              <a:t>Let us give a hypothetical example. Figure 15.39 shows part of a connection. The figure shows the connection establishment and part of the data transfer phases.</a:t>
            </a:r>
            <a:endParaRPr/>
          </a:p>
          <a:p>
            <a:pPr marL="0" marR="0" lvl="0" indent="0" algn="just" rtl="0">
              <a:lnSpc>
                <a:spcPct val="100000"/>
              </a:lnSpc>
              <a:spcBef>
                <a:spcPts val="0"/>
              </a:spcBef>
              <a:spcAft>
                <a:spcPts val="0"/>
              </a:spcAft>
              <a:buClr>
                <a:schemeClr val="dk1"/>
              </a:buClr>
              <a:buSzPts val="1200"/>
              <a:buFont typeface="Tahoma"/>
              <a:buNone/>
            </a:pPr>
            <a:endParaRPr sz="1200" b="1" i="0" u="none">
              <a:solidFill>
                <a:schemeClr val="dk1"/>
              </a:solidFill>
              <a:latin typeface="Arimo"/>
              <a:ea typeface="Arimo"/>
              <a:cs typeface="Arimo"/>
              <a:sym typeface="Arimo"/>
            </a:endParaRPr>
          </a:p>
          <a:p>
            <a:pPr marL="0" marR="0" lvl="0" indent="0" algn="just" rtl="0">
              <a:lnSpc>
                <a:spcPct val="100000"/>
              </a:lnSpc>
              <a:spcBef>
                <a:spcPts val="0"/>
              </a:spcBef>
              <a:spcAft>
                <a:spcPts val="0"/>
              </a:spcAft>
              <a:buClr>
                <a:schemeClr val="hlink"/>
              </a:buClr>
              <a:buSzPts val="2400"/>
              <a:buFont typeface="Arimo"/>
              <a:buNone/>
            </a:pPr>
            <a:r>
              <a:rPr lang="en-US" sz="2400" b="1" i="0" u="none">
                <a:solidFill>
                  <a:schemeClr val="hlink"/>
                </a:solidFill>
                <a:latin typeface="Arimo"/>
                <a:ea typeface="Arimo"/>
                <a:cs typeface="Arimo"/>
                <a:sym typeface="Arimo"/>
              </a:rPr>
              <a:t>1.</a:t>
            </a:r>
            <a:r>
              <a:rPr lang="en-US" sz="2400" b="1" i="0" u="none">
                <a:solidFill>
                  <a:schemeClr val="dk1"/>
                </a:solidFill>
                <a:latin typeface="Arimo"/>
                <a:ea typeface="Arimo"/>
                <a:cs typeface="Arimo"/>
                <a:sym typeface="Arimo"/>
              </a:rPr>
              <a:t>	When the SYN segment is sent, there is no value for 	RTTM, RTTS, or RTTD. The value of RTO is set to 6.00 	seconds. The following shows the value of these 	variable at this moment:</a:t>
            </a:r>
            <a:endParaRPr/>
          </a:p>
        </p:txBody>
      </p:sp>
      <p:grpSp>
        <p:nvGrpSpPr>
          <p:cNvPr id="1699" name="Google Shape;1699;p93"/>
          <p:cNvGrpSpPr/>
          <p:nvPr/>
        </p:nvGrpSpPr>
        <p:grpSpPr>
          <a:xfrm>
            <a:off x="0" y="0"/>
            <a:ext cx="9144000" cy="609600"/>
            <a:chOff x="0" y="2448"/>
            <a:chExt cx="5760" cy="384"/>
          </a:xfrm>
        </p:grpSpPr>
        <p:sp>
          <p:nvSpPr>
            <p:cNvPr id="1700" name="Google Shape;1700;p93"/>
            <p:cNvSpPr txBox="1"/>
            <p:nvPr/>
          </p:nvSpPr>
          <p:spPr>
            <a:xfrm>
              <a:off x="0" y="2448"/>
              <a:ext cx="5760" cy="384"/>
            </a:xfrm>
            <a:prstGeom prst="rect">
              <a:avLst/>
            </a:prstGeom>
            <a:solidFill>
              <a:srgbClr val="2CB843"/>
            </a:solidFill>
            <a:ln w="9525"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01" name="Google Shape;1701;p93"/>
            <p:cNvSpPr txBox="1"/>
            <p:nvPr/>
          </p:nvSpPr>
          <p:spPr>
            <a:xfrm>
              <a:off x="0" y="2448"/>
              <a:ext cx="1595" cy="365"/>
            </a:xfrm>
            <a:prstGeom prst="rect">
              <a:avLst/>
            </a:prstGeom>
            <a:solidFill>
              <a:srgbClr val="2CB84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200"/>
                <a:buFont typeface="Times New Roman"/>
                <a:buNone/>
              </a:pPr>
              <a:r>
                <a:rPr lang="en-US" sz="3200" b="1" i="0" u="none">
                  <a:solidFill>
                    <a:schemeClr val="lt1"/>
                  </a:solidFill>
                  <a:latin typeface="Times New Roman"/>
                  <a:ea typeface="Times New Roman"/>
                  <a:cs typeface="Times New Roman"/>
                  <a:sym typeface="Times New Roman"/>
                </a:rPr>
                <a:t>Example 15.3</a:t>
              </a:r>
              <a:endParaRPr/>
            </a:p>
          </p:txBody>
        </p:sp>
      </p:grpSp>
      <p:pic>
        <p:nvPicPr>
          <p:cNvPr id="1702" name="Google Shape;1702;p93"/>
          <p:cNvPicPr preferRelativeResize="0"/>
          <p:nvPr/>
        </p:nvPicPr>
        <p:blipFill rotWithShape="1">
          <a:blip r:embed="rId3">
            <a:alphaModFix/>
          </a:blip>
          <a:srcRect/>
          <a:stretch/>
        </p:blipFill>
        <p:spPr>
          <a:xfrm>
            <a:off x="3575050" y="3438525"/>
            <a:ext cx="1454150" cy="582612"/>
          </a:xfrm>
          <a:prstGeom prst="rect">
            <a:avLst/>
          </a:prstGeom>
          <a:noFill/>
          <a:ln>
            <a:noFill/>
          </a:ln>
        </p:spPr>
      </p:pic>
      <p:sp>
        <p:nvSpPr>
          <p:cNvPr id="1703" name="Google Shape;1703;p93"/>
          <p:cNvSpPr txBox="1"/>
          <p:nvPr/>
        </p:nvSpPr>
        <p:spPr>
          <a:xfrm>
            <a:off x="0" y="4181475"/>
            <a:ext cx="8839200" cy="82232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hlink"/>
              </a:buClr>
              <a:buSzPts val="2400"/>
              <a:buFont typeface="Arimo"/>
              <a:buNone/>
            </a:pPr>
            <a:r>
              <a:rPr lang="en-US" sz="2400" b="1" i="0" u="none">
                <a:solidFill>
                  <a:schemeClr val="hlink"/>
                </a:solidFill>
                <a:latin typeface="Arimo"/>
                <a:ea typeface="Arimo"/>
                <a:cs typeface="Arimo"/>
                <a:sym typeface="Arimo"/>
              </a:rPr>
              <a:t>2.</a:t>
            </a:r>
            <a:r>
              <a:rPr lang="en-US" sz="2400" b="1" i="0" u="none">
                <a:solidFill>
                  <a:schemeClr val="dk1"/>
                </a:solidFill>
                <a:latin typeface="Arimo"/>
                <a:ea typeface="Arimo"/>
                <a:cs typeface="Arimo"/>
                <a:sym typeface="Arimo"/>
              </a:rPr>
              <a:t>	When the SYN+ACK segment arrives, RTTM is 	measured and is equal to 1.5 seconds.</a:t>
            </a:r>
            <a:endParaRPr/>
          </a:p>
        </p:txBody>
      </p:sp>
      <p:pic>
        <p:nvPicPr>
          <p:cNvPr id="1704" name="Google Shape;1704;p93"/>
          <p:cNvPicPr preferRelativeResize="0"/>
          <p:nvPr/>
        </p:nvPicPr>
        <p:blipFill rotWithShape="1">
          <a:blip r:embed="rId4">
            <a:alphaModFix/>
          </a:blip>
          <a:srcRect/>
          <a:stretch/>
        </p:blipFill>
        <p:spPr>
          <a:xfrm>
            <a:off x="427037" y="5000625"/>
            <a:ext cx="7907337" cy="1235075"/>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709"/>
        <p:cNvGrpSpPr/>
        <p:nvPr/>
      </p:nvGrpSpPr>
      <p:grpSpPr>
        <a:xfrm>
          <a:off x="0" y="0"/>
          <a:ext cx="0" cy="0"/>
          <a:chOff x="0" y="0"/>
          <a:chExt cx="0" cy="0"/>
        </a:xfrm>
      </p:grpSpPr>
      <p:sp>
        <p:nvSpPr>
          <p:cNvPr id="1710" name="Google Shape;1710;p94"/>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711" name="Google Shape;1711;p94"/>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94</a:t>
            </a:fld>
            <a:endParaRPr/>
          </a:p>
        </p:txBody>
      </p:sp>
      <p:sp>
        <p:nvSpPr>
          <p:cNvPr id="1712" name="Google Shape;1712;p94"/>
          <p:cNvSpPr txBox="1"/>
          <p:nvPr/>
        </p:nvSpPr>
        <p:spPr>
          <a:xfrm>
            <a:off x="76200" y="696912"/>
            <a:ext cx="8839200" cy="3378200"/>
          </a:xfrm>
          <a:prstGeom prst="rect">
            <a:avLst/>
          </a:prstGeom>
          <a:noFill/>
          <a:ln>
            <a:noFill/>
          </a:ln>
        </p:spPr>
        <p:txBody>
          <a:bodyPr spcFirstLastPara="1" wrap="square" lIns="91425" tIns="45700" rIns="91425" bIns="45700" anchor="t" anchorCtr="0">
            <a:spAutoFit/>
          </a:bodyPr>
          <a:lstStyle/>
          <a:p>
            <a:pPr marL="457200" marR="0" lvl="0" indent="-457200" algn="just" rtl="0">
              <a:lnSpc>
                <a:spcPct val="100000"/>
              </a:lnSpc>
              <a:spcBef>
                <a:spcPts val="0"/>
              </a:spcBef>
              <a:spcAft>
                <a:spcPts val="0"/>
              </a:spcAft>
              <a:buClr>
                <a:schemeClr val="hlink"/>
              </a:buClr>
              <a:buSzPts val="2400"/>
              <a:buFont typeface="Arimo"/>
              <a:buNone/>
            </a:pPr>
            <a:r>
              <a:rPr lang="en-US" sz="2400" b="1" i="0" u="none">
                <a:solidFill>
                  <a:schemeClr val="hlink"/>
                </a:solidFill>
                <a:latin typeface="Arimo"/>
                <a:ea typeface="Arimo"/>
                <a:cs typeface="Arimo"/>
                <a:sym typeface="Arimo"/>
              </a:rPr>
              <a:t>3.</a:t>
            </a:r>
            <a:r>
              <a:rPr lang="en-US" sz="2400" b="1" i="0" u="none">
                <a:solidFill>
                  <a:schemeClr val="dk1"/>
                </a:solidFill>
                <a:latin typeface="Arimo"/>
                <a:ea typeface="Arimo"/>
                <a:cs typeface="Arimo"/>
                <a:sym typeface="Arimo"/>
              </a:rPr>
              <a:t>	When the first data segment is sent, a new RTT measurement starts. No RTT measurement starts for the second data segment because a measurement is already in progress. The arrival of the last ACK segment is used to calculate the next value of RTTM. Although the last ACK segment acknowledges both data segments (cumulative), its arrival finalizes the value of RTTM for the first segment. The values of these variables are now as shown below.</a:t>
            </a:r>
            <a:endParaRPr/>
          </a:p>
        </p:txBody>
      </p:sp>
      <p:grpSp>
        <p:nvGrpSpPr>
          <p:cNvPr id="1713" name="Google Shape;1713;p94"/>
          <p:cNvGrpSpPr/>
          <p:nvPr/>
        </p:nvGrpSpPr>
        <p:grpSpPr>
          <a:xfrm>
            <a:off x="0" y="0"/>
            <a:ext cx="9144000" cy="609600"/>
            <a:chOff x="0" y="2448"/>
            <a:chExt cx="5760" cy="384"/>
          </a:xfrm>
        </p:grpSpPr>
        <p:sp>
          <p:nvSpPr>
            <p:cNvPr id="1714" name="Google Shape;1714;p94"/>
            <p:cNvSpPr txBox="1"/>
            <p:nvPr/>
          </p:nvSpPr>
          <p:spPr>
            <a:xfrm>
              <a:off x="0" y="2448"/>
              <a:ext cx="5760" cy="384"/>
            </a:xfrm>
            <a:prstGeom prst="rect">
              <a:avLst/>
            </a:prstGeom>
            <a:solidFill>
              <a:srgbClr val="2CB843"/>
            </a:solidFill>
            <a:ln w="9525"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15" name="Google Shape;1715;p94"/>
            <p:cNvSpPr txBox="1"/>
            <p:nvPr/>
          </p:nvSpPr>
          <p:spPr>
            <a:xfrm>
              <a:off x="0" y="2448"/>
              <a:ext cx="2768" cy="365"/>
            </a:xfrm>
            <a:prstGeom prst="rect">
              <a:avLst/>
            </a:prstGeom>
            <a:solidFill>
              <a:srgbClr val="2CB84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200"/>
                <a:buFont typeface="Times New Roman"/>
                <a:buNone/>
              </a:pPr>
              <a:r>
                <a:rPr lang="en-US" sz="3200" b="1" i="0" u="none">
                  <a:solidFill>
                    <a:schemeClr val="lt1"/>
                  </a:solidFill>
                  <a:latin typeface="Times New Roman"/>
                  <a:ea typeface="Times New Roman"/>
                  <a:cs typeface="Times New Roman"/>
                  <a:sym typeface="Times New Roman"/>
                </a:rPr>
                <a:t>Example 15.3 </a:t>
              </a:r>
              <a:r>
                <a:rPr lang="en-US" sz="3200" b="1" i="1" u="none">
                  <a:solidFill>
                    <a:schemeClr val="lt1"/>
                  </a:solidFill>
                  <a:latin typeface="Times New Roman"/>
                  <a:ea typeface="Times New Roman"/>
                  <a:cs typeface="Times New Roman"/>
                  <a:sym typeface="Times New Roman"/>
                </a:rPr>
                <a:t>Continued</a:t>
              </a:r>
              <a:endParaRPr/>
            </a:p>
          </p:txBody>
        </p:sp>
      </p:grpSp>
      <p:pic>
        <p:nvPicPr>
          <p:cNvPr id="1716" name="Google Shape;1716;p94"/>
          <p:cNvPicPr preferRelativeResize="0"/>
          <p:nvPr/>
        </p:nvPicPr>
        <p:blipFill rotWithShape="1">
          <a:blip r:embed="rId3">
            <a:alphaModFix/>
          </a:blip>
          <a:srcRect/>
          <a:stretch/>
        </p:blipFill>
        <p:spPr>
          <a:xfrm>
            <a:off x="438150" y="4286250"/>
            <a:ext cx="8583612" cy="1438275"/>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721"/>
        <p:cNvGrpSpPr/>
        <p:nvPr/>
      </p:nvGrpSpPr>
      <p:grpSpPr>
        <a:xfrm>
          <a:off x="0" y="0"/>
          <a:ext cx="0" cy="0"/>
          <a:chOff x="0" y="0"/>
          <a:chExt cx="0" cy="0"/>
        </a:xfrm>
      </p:grpSpPr>
      <p:sp>
        <p:nvSpPr>
          <p:cNvPr id="1722" name="Google Shape;1722;p95"/>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723" name="Google Shape;1723;p95"/>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95</a:t>
            </a:fld>
            <a:endParaRPr/>
          </a:p>
        </p:txBody>
      </p:sp>
      <p:sp>
        <p:nvSpPr>
          <p:cNvPr id="1724" name="Google Shape;1724;p95"/>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15.39</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Example 15.3</a:t>
            </a:r>
            <a:endParaRPr/>
          </a:p>
        </p:txBody>
      </p:sp>
      <p:sp>
        <p:nvSpPr>
          <p:cNvPr id="1725" name="Google Shape;1725;p95"/>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26" name="Google Shape;1726;p9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27" name="Google Shape;1727;p95"/>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28" name="Google Shape;1728;p9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29" name="Google Shape;1729;p9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30" name="Google Shape;1730;p95"/>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31" name="Google Shape;1731;p9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732" name="Google Shape;1732;p95"/>
          <p:cNvPicPr preferRelativeResize="0"/>
          <p:nvPr/>
        </p:nvPicPr>
        <p:blipFill rotWithShape="1">
          <a:blip r:embed="rId3">
            <a:alphaModFix/>
          </a:blip>
          <a:srcRect/>
          <a:stretch/>
        </p:blipFill>
        <p:spPr>
          <a:xfrm>
            <a:off x="715962" y="1312862"/>
            <a:ext cx="7513637" cy="4478337"/>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737"/>
        <p:cNvGrpSpPr/>
        <p:nvPr/>
      </p:nvGrpSpPr>
      <p:grpSpPr>
        <a:xfrm>
          <a:off x="0" y="0"/>
          <a:ext cx="0" cy="0"/>
          <a:chOff x="0" y="0"/>
          <a:chExt cx="0" cy="0"/>
        </a:xfrm>
      </p:grpSpPr>
      <p:sp>
        <p:nvSpPr>
          <p:cNvPr id="1738" name="Google Shape;1738;p96"/>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739" name="Google Shape;1739;p96"/>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96</a:t>
            </a:fld>
            <a:endParaRPr/>
          </a:p>
        </p:txBody>
      </p:sp>
      <p:sp>
        <p:nvSpPr>
          <p:cNvPr id="1740" name="Google Shape;1740;p96"/>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41" name="Google Shape;1741;p9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42" name="Google Shape;1742;p96"/>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43" name="Google Shape;1743;p9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44" name="Google Shape;1744;p9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45" name="Google Shape;1745;p96"/>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46" name="Google Shape;1746;p9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1747" name="Google Shape;1747;p96"/>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1748" name="Google Shape;1748;p96"/>
          <p:cNvCxnSpPr/>
          <p:nvPr/>
        </p:nvCxnSpPr>
        <p:spPr>
          <a:xfrm>
            <a:off x="609600" y="43434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1749" name="Google Shape;1749;p96"/>
          <p:cNvSpPr txBox="1"/>
          <p:nvPr/>
        </p:nvSpPr>
        <p:spPr>
          <a:xfrm>
            <a:off x="647700" y="2716212"/>
            <a:ext cx="8077200" cy="1554162"/>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TCP does not consider the RTT of a retransmitted segment in its </a:t>
            </a:r>
            <a:br>
              <a:rPr lang="en-US" sz="3200" b="1" i="1" u="none">
                <a:solidFill>
                  <a:schemeClr val="lt1"/>
                </a:solidFill>
                <a:latin typeface="Arial"/>
                <a:ea typeface="Arial"/>
                <a:cs typeface="Arial"/>
                <a:sym typeface="Arial"/>
              </a:rPr>
            </a:br>
            <a:r>
              <a:rPr lang="en-US" sz="3200" b="1" i="1" u="none">
                <a:solidFill>
                  <a:schemeClr val="lt1"/>
                </a:solidFill>
                <a:latin typeface="Arial"/>
                <a:ea typeface="Arial"/>
                <a:cs typeface="Arial"/>
                <a:sym typeface="Arial"/>
              </a:rPr>
              <a:t>calculation of a new RTO.</a:t>
            </a:r>
            <a:endParaRPr/>
          </a:p>
        </p:txBody>
      </p:sp>
      <p:grpSp>
        <p:nvGrpSpPr>
          <p:cNvPr id="1750" name="Google Shape;1750;p96"/>
          <p:cNvGrpSpPr/>
          <p:nvPr/>
        </p:nvGrpSpPr>
        <p:grpSpPr>
          <a:xfrm>
            <a:off x="609600" y="1981200"/>
            <a:ext cx="1143000" cy="566737"/>
            <a:chOff x="1200" y="1248"/>
            <a:chExt cx="720" cy="357"/>
          </a:xfrm>
        </p:grpSpPr>
        <p:pic>
          <p:nvPicPr>
            <p:cNvPr id="1751" name="Google Shape;1751;p96"/>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1752" name="Google Shape;1752;p96"/>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47"/>
                                        </p:tgtEl>
                                        <p:attrNameLst>
                                          <p:attrName>style.visibility</p:attrName>
                                        </p:attrNameLst>
                                      </p:cBhvr>
                                      <p:to>
                                        <p:strVal val="visible"/>
                                      </p:to>
                                    </p:set>
                                    <p:animEffect transition="in" filter="fade">
                                      <p:cBhvr>
                                        <p:cTn id="7" dur="500"/>
                                        <p:tgtEl>
                                          <p:spTgt spid="174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748"/>
                                        </p:tgtEl>
                                        <p:attrNameLst>
                                          <p:attrName>style.visibility</p:attrName>
                                        </p:attrNameLst>
                                      </p:cBhvr>
                                      <p:to>
                                        <p:strVal val="visible"/>
                                      </p:to>
                                    </p:set>
                                    <p:animEffect transition="in" filter="fade">
                                      <p:cBhvr>
                                        <p:cTn id="11" dur="500"/>
                                        <p:tgtEl>
                                          <p:spTgt spid="174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749"/>
                                        </p:tgtEl>
                                        <p:attrNameLst>
                                          <p:attrName>style.visibility</p:attrName>
                                        </p:attrNameLst>
                                      </p:cBhvr>
                                      <p:to>
                                        <p:strVal val="visible"/>
                                      </p:to>
                                    </p:set>
                                    <p:animEffect transition="in" filter="fade">
                                      <p:cBhvr>
                                        <p:cTn id="15" dur="500"/>
                                        <p:tgtEl>
                                          <p:spTgt spid="1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757"/>
        <p:cNvGrpSpPr/>
        <p:nvPr/>
      </p:nvGrpSpPr>
      <p:grpSpPr>
        <a:xfrm>
          <a:off x="0" y="0"/>
          <a:ext cx="0" cy="0"/>
          <a:chOff x="0" y="0"/>
          <a:chExt cx="0" cy="0"/>
        </a:xfrm>
      </p:grpSpPr>
      <p:sp>
        <p:nvSpPr>
          <p:cNvPr id="1758" name="Google Shape;1758;p97"/>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759" name="Google Shape;1759;p97"/>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97</a:t>
            </a:fld>
            <a:endParaRPr/>
          </a:p>
        </p:txBody>
      </p:sp>
      <p:sp>
        <p:nvSpPr>
          <p:cNvPr id="1760" name="Google Shape;1760;p97"/>
          <p:cNvSpPr txBox="1"/>
          <p:nvPr/>
        </p:nvSpPr>
        <p:spPr>
          <a:xfrm>
            <a:off x="76200" y="696912"/>
            <a:ext cx="8905875" cy="301307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Arimo"/>
              <a:buNone/>
            </a:pPr>
            <a:r>
              <a:rPr lang="en-US" sz="2400" b="1" i="0" u="none">
                <a:solidFill>
                  <a:schemeClr val="dk1"/>
                </a:solidFill>
                <a:latin typeface="Arimo"/>
                <a:ea typeface="Arimo"/>
                <a:cs typeface="Arimo"/>
                <a:sym typeface="Arimo"/>
              </a:rPr>
              <a:t>Figure 15.40 is a continuation of the previous example. There is retransmission and </a:t>
            </a:r>
            <a:r>
              <a:rPr lang="en-US" sz="2400" b="1" i="0" u="none">
                <a:solidFill>
                  <a:schemeClr val="dk2"/>
                </a:solidFill>
                <a:latin typeface="Arimo"/>
                <a:ea typeface="Arimo"/>
                <a:cs typeface="Arimo"/>
                <a:sym typeface="Arimo"/>
              </a:rPr>
              <a:t>Karn</a:t>
            </a:r>
            <a:r>
              <a:rPr lang="en-US" sz="2400" b="1" i="0" u="none">
                <a:solidFill>
                  <a:schemeClr val="dk2"/>
                </a:solidFill>
                <a:latin typeface="Arial"/>
                <a:ea typeface="Arial"/>
                <a:cs typeface="Arial"/>
                <a:sym typeface="Arial"/>
              </a:rPr>
              <a:t>’</a:t>
            </a:r>
            <a:r>
              <a:rPr lang="en-US" sz="2400" b="1" i="0" u="none">
                <a:solidFill>
                  <a:schemeClr val="dk2"/>
                </a:solidFill>
                <a:latin typeface="Arimo"/>
                <a:ea typeface="Arimo"/>
                <a:cs typeface="Arimo"/>
                <a:sym typeface="Arimo"/>
              </a:rPr>
              <a:t>s algorithm</a:t>
            </a:r>
            <a:r>
              <a:rPr lang="en-US" sz="2400" b="1" i="0" u="none">
                <a:solidFill>
                  <a:schemeClr val="dk1"/>
                </a:solidFill>
                <a:latin typeface="Arimo"/>
                <a:ea typeface="Arimo"/>
                <a:cs typeface="Arimo"/>
                <a:sym typeface="Arimo"/>
              </a:rPr>
              <a:t> is applied.</a:t>
            </a:r>
            <a:endParaRPr/>
          </a:p>
          <a:p>
            <a:pPr marL="0" marR="0" lvl="0" indent="0" algn="just" rtl="0">
              <a:lnSpc>
                <a:spcPct val="100000"/>
              </a:lnSpc>
              <a:spcBef>
                <a:spcPts val="0"/>
              </a:spcBef>
              <a:spcAft>
                <a:spcPts val="0"/>
              </a:spcAft>
              <a:buClr>
                <a:schemeClr val="dk1"/>
              </a:buClr>
              <a:buSzPts val="2400"/>
              <a:buFont typeface="Tahoma"/>
              <a:buNone/>
            </a:pPr>
            <a:endParaRPr sz="2400" b="1" i="0" u="none">
              <a:solidFill>
                <a:schemeClr val="dk1"/>
              </a:solidFill>
              <a:latin typeface="Arimo"/>
              <a:ea typeface="Arimo"/>
              <a:cs typeface="Arimo"/>
              <a:sym typeface="Arimo"/>
            </a:endParaRPr>
          </a:p>
          <a:p>
            <a:pPr marL="0" marR="0" lvl="0" indent="0" algn="just" rtl="0">
              <a:lnSpc>
                <a:spcPct val="100000"/>
              </a:lnSpc>
              <a:spcBef>
                <a:spcPts val="0"/>
              </a:spcBef>
              <a:spcAft>
                <a:spcPts val="0"/>
              </a:spcAft>
              <a:buClr>
                <a:schemeClr val="dk1"/>
              </a:buClr>
              <a:buSzPts val="2400"/>
              <a:buFont typeface="Arimo"/>
              <a:buNone/>
            </a:pPr>
            <a:r>
              <a:rPr lang="en-US" sz="2400" b="1" i="0" u="none">
                <a:solidFill>
                  <a:schemeClr val="dk1"/>
                </a:solidFill>
                <a:latin typeface="Arimo"/>
                <a:ea typeface="Arimo"/>
                <a:cs typeface="Arimo"/>
                <a:sym typeface="Arimo"/>
              </a:rPr>
              <a:t>The first segment in the figure is sent, but lost. The RTO timer expires after 4.74 seconds. The segment is retransmitted and the timer is set to 9.48, twice the previous value of RTO. This time an ACK is received before the time-out. We wait until we send a new segment and receive the ACK for it before recalculating the RTO (Karn</a:t>
            </a:r>
            <a:r>
              <a:rPr lang="en-US" sz="2400" b="1" i="0" u="none">
                <a:solidFill>
                  <a:schemeClr val="dk1"/>
                </a:solidFill>
                <a:latin typeface="Arial"/>
                <a:ea typeface="Arial"/>
                <a:cs typeface="Arial"/>
                <a:sym typeface="Arial"/>
              </a:rPr>
              <a:t>’</a:t>
            </a:r>
            <a:r>
              <a:rPr lang="en-US" sz="2400" b="1" i="0" u="none">
                <a:solidFill>
                  <a:schemeClr val="dk1"/>
                </a:solidFill>
                <a:latin typeface="Arimo"/>
                <a:ea typeface="Arimo"/>
                <a:cs typeface="Arimo"/>
                <a:sym typeface="Arimo"/>
              </a:rPr>
              <a:t>s algorithm).</a:t>
            </a:r>
            <a:endParaRPr/>
          </a:p>
        </p:txBody>
      </p:sp>
      <p:grpSp>
        <p:nvGrpSpPr>
          <p:cNvPr id="1761" name="Google Shape;1761;p97"/>
          <p:cNvGrpSpPr/>
          <p:nvPr/>
        </p:nvGrpSpPr>
        <p:grpSpPr>
          <a:xfrm>
            <a:off x="0" y="0"/>
            <a:ext cx="9144000" cy="609600"/>
            <a:chOff x="0" y="2448"/>
            <a:chExt cx="5760" cy="384"/>
          </a:xfrm>
        </p:grpSpPr>
        <p:sp>
          <p:nvSpPr>
            <p:cNvPr id="1762" name="Google Shape;1762;p97"/>
            <p:cNvSpPr txBox="1"/>
            <p:nvPr/>
          </p:nvSpPr>
          <p:spPr>
            <a:xfrm>
              <a:off x="0" y="2448"/>
              <a:ext cx="5760" cy="384"/>
            </a:xfrm>
            <a:prstGeom prst="rect">
              <a:avLst/>
            </a:prstGeom>
            <a:solidFill>
              <a:srgbClr val="2CB843"/>
            </a:solidFill>
            <a:ln w="9525"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63" name="Google Shape;1763;p97"/>
            <p:cNvSpPr txBox="1"/>
            <p:nvPr/>
          </p:nvSpPr>
          <p:spPr>
            <a:xfrm>
              <a:off x="0" y="2448"/>
              <a:ext cx="1595" cy="365"/>
            </a:xfrm>
            <a:prstGeom prst="rect">
              <a:avLst/>
            </a:prstGeom>
            <a:solidFill>
              <a:srgbClr val="2CB84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200"/>
                <a:buFont typeface="Times New Roman"/>
                <a:buNone/>
              </a:pPr>
              <a:r>
                <a:rPr lang="en-US" sz="3200" b="1" i="0" u="none">
                  <a:solidFill>
                    <a:schemeClr val="lt1"/>
                  </a:solidFill>
                  <a:latin typeface="Times New Roman"/>
                  <a:ea typeface="Times New Roman"/>
                  <a:cs typeface="Times New Roman"/>
                  <a:sym typeface="Times New Roman"/>
                </a:rPr>
                <a:t>Example 15.4</a:t>
              </a:r>
              <a:endParaRPr/>
            </a:p>
          </p:txBody>
        </p:sp>
      </p:gr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768"/>
        <p:cNvGrpSpPr/>
        <p:nvPr/>
      </p:nvGrpSpPr>
      <p:grpSpPr>
        <a:xfrm>
          <a:off x="0" y="0"/>
          <a:ext cx="0" cy="0"/>
          <a:chOff x="0" y="0"/>
          <a:chExt cx="0" cy="0"/>
        </a:xfrm>
      </p:grpSpPr>
      <p:sp>
        <p:nvSpPr>
          <p:cNvPr id="1769" name="Google Shape;1769;p98"/>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770" name="Google Shape;1770;p98"/>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98</a:t>
            </a:fld>
            <a:endParaRPr/>
          </a:p>
        </p:txBody>
      </p:sp>
      <p:sp>
        <p:nvSpPr>
          <p:cNvPr id="1771" name="Google Shape;1771;p98"/>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15.40</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Example 15.4</a:t>
            </a:r>
            <a:endParaRPr/>
          </a:p>
        </p:txBody>
      </p:sp>
      <p:sp>
        <p:nvSpPr>
          <p:cNvPr id="1772" name="Google Shape;1772;p98"/>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73" name="Google Shape;1773;p9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74" name="Google Shape;1774;p98"/>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75" name="Google Shape;1775;p9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76" name="Google Shape;1776;p9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77" name="Google Shape;1777;p98"/>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78" name="Google Shape;1778;p9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779" name="Google Shape;1779;p98"/>
          <p:cNvPicPr preferRelativeResize="0"/>
          <p:nvPr/>
        </p:nvPicPr>
        <p:blipFill rotWithShape="1">
          <a:blip r:embed="rId3">
            <a:alphaModFix/>
          </a:blip>
          <a:srcRect/>
          <a:stretch/>
        </p:blipFill>
        <p:spPr>
          <a:xfrm>
            <a:off x="858837" y="1336675"/>
            <a:ext cx="7523162" cy="460692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784"/>
        <p:cNvGrpSpPr/>
        <p:nvPr/>
      </p:nvGrpSpPr>
      <p:grpSpPr>
        <a:xfrm>
          <a:off x="0" y="0"/>
          <a:ext cx="0" cy="0"/>
          <a:chOff x="0" y="0"/>
          <a:chExt cx="0" cy="0"/>
        </a:xfrm>
      </p:grpSpPr>
      <p:sp>
        <p:nvSpPr>
          <p:cNvPr id="1785" name="Google Shape;1785;p99"/>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786" name="Google Shape;1786;p99"/>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99</a:t>
            </a:fld>
            <a:endParaRPr/>
          </a:p>
        </p:txBody>
      </p:sp>
      <p:sp>
        <p:nvSpPr>
          <p:cNvPr id="1787" name="Google Shape;1787;p99"/>
          <p:cNvSpPr txBox="1"/>
          <p:nvPr/>
        </p:nvSpPr>
        <p:spPr>
          <a:xfrm>
            <a:off x="0" y="0"/>
            <a:ext cx="9144000" cy="1371600"/>
          </a:xfrm>
          <a:prstGeom prst="rect">
            <a:avLst/>
          </a:prstGeom>
          <a:solidFill>
            <a:srgbClr val="33CC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88" name="Google Shape;1788;p99"/>
          <p:cNvSpPr txBox="1"/>
          <p:nvPr/>
        </p:nvSpPr>
        <p:spPr>
          <a:xfrm>
            <a:off x="228600" y="355600"/>
            <a:ext cx="3546475" cy="650875"/>
          </a:xfrm>
          <a:prstGeom prst="rect">
            <a:avLst/>
          </a:prstGeom>
          <a:solidFill>
            <a:schemeClr val="folHlink"/>
          </a:solidFill>
          <a:ln w="9525" cap="flat" cmpd="sng">
            <a:solidFill>
              <a:schemeClr val="folHlink"/>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600"/>
              <a:buFont typeface="Times"/>
              <a:buNone/>
            </a:pPr>
            <a:r>
              <a:rPr lang="en-US" sz="3600" b="1" i="0" u="none">
                <a:solidFill>
                  <a:schemeClr val="lt1"/>
                </a:solidFill>
                <a:latin typeface="Times"/>
                <a:ea typeface="Times"/>
                <a:cs typeface="Times"/>
                <a:sym typeface="Times"/>
              </a:rPr>
              <a:t>15-11  OPTIONS</a:t>
            </a:r>
            <a:endParaRPr/>
          </a:p>
        </p:txBody>
      </p:sp>
      <p:sp>
        <p:nvSpPr>
          <p:cNvPr id="1789" name="Google Shape;1789;p99"/>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790" name="Google Shape;1790;p99"/>
          <p:cNvSpPr txBox="1"/>
          <p:nvPr/>
        </p:nvSpPr>
        <p:spPr>
          <a:xfrm>
            <a:off x="152400" y="1524000"/>
            <a:ext cx="8867775" cy="47894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mo"/>
              <a:buNone/>
            </a:pPr>
            <a:r>
              <a:rPr lang="en-US" sz="2800" b="1" i="0" u="none">
                <a:solidFill>
                  <a:schemeClr val="dk1"/>
                </a:solidFill>
                <a:latin typeface="Arimo"/>
                <a:ea typeface="Arimo"/>
                <a:cs typeface="Arimo"/>
                <a:sym typeface="Arimo"/>
              </a:rPr>
              <a:t>The TCP header can have up to 40 bytes of optional information. Options convey additional information to the destination or align other options. We can define two categories of options: 1-byte options and multiple-byte options. The first category contains two types of options: end of option list and no operation. The second category, in most implementations, contains five types of options: maximum segment size, window scale factor, timestamp, SACK-permitted, and SACK (see Figure 15.41).</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795"/>
        <p:cNvGrpSpPr/>
        <p:nvPr/>
      </p:nvGrpSpPr>
      <p:grpSpPr>
        <a:xfrm>
          <a:off x="0" y="0"/>
          <a:ext cx="0" cy="0"/>
          <a:chOff x="0" y="0"/>
          <a:chExt cx="0" cy="0"/>
        </a:xfrm>
      </p:grpSpPr>
      <p:sp>
        <p:nvSpPr>
          <p:cNvPr id="1796" name="Google Shape;1796;p100"/>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797" name="Google Shape;1797;p100"/>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100</a:t>
            </a:fld>
            <a:endParaRPr/>
          </a:p>
        </p:txBody>
      </p:sp>
      <p:sp>
        <p:nvSpPr>
          <p:cNvPr id="1798" name="Google Shape;1798;p100"/>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15.41</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Options</a:t>
            </a:r>
            <a:endParaRPr/>
          </a:p>
        </p:txBody>
      </p:sp>
      <p:sp>
        <p:nvSpPr>
          <p:cNvPr id="1799" name="Google Shape;1799;p100"/>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00" name="Google Shape;1800;p10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01" name="Google Shape;1801;p100"/>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02" name="Google Shape;1802;p10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03" name="Google Shape;1803;p10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04" name="Google Shape;1804;p100"/>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05" name="Google Shape;1805;p10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806" name="Google Shape;1806;p100"/>
          <p:cNvPicPr preferRelativeResize="0"/>
          <p:nvPr/>
        </p:nvPicPr>
        <p:blipFill rotWithShape="1">
          <a:blip r:embed="rId3">
            <a:alphaModFix/>
          </a:blip>
          <a:srcRect/>
          <a:stretch/>
        </p:blipFill>
        <p:spPr>
          <a:xfrm>
            <a:off x="323850" y="1752600"/>
            <a:ext cx="8372475" cy="387826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06"/>
                                        </p:tgtEl>
                                        <p:attrNameLst>
                                          <p:attrName>style.visibility</p:attrName>
                                        </p:attrNameLst>
                                      </p:cBhvr>
                                      <p:to>
                                        <p:strVal val="visible"/>
                                      </p:to>
                                    </p:set>
                                    <p:animEffect transition="in" filter="fade">
                                      <p:cBhvr>
                                        <p:cTn id="7" dur="3000"/>
                                        <p:tgtEl>
                                          <p:spTgt spid="1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811"/>
        <p:cNvGrpSpPr/>
        <p:nvPr/>
      </p:nvGrpSpPr>
      <p:grpSpPr>
        <a:xfrm>
          <a:off x="0" y="0"/>
          <a:ext cx="0" cy="0"/>
          <a:chOff x="0" y="0"/>
          <a:chExt cx="0" cy="0"/>
        </a:xfrm>
      </p:grpSpPr>
      <p:sp>
        <p:nvSpPr>
          <p:cNvPr id="1812" name="Google Shape;1812;p101"/>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813" name="Google Shape;1813;p101"/>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101</a:t>
            </a:fld>
            <a:endParaRPr/>
          </a:p>
        </p:txBody>
      </p:sp>
      <p:sp>
        <p:nvSpPr>
          <p:cNvPr id="1814" name="Google Shape;1814;p101"/>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15.42</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End-of-option option</a:t>
            </a:r>
            <a:endParaRPr/>
          </a:p>
        </p:txBody>
      </p:sp>
      <p:sp>
        <p:nvSpPr>
          <p:cNvPr id="1815" name="Google Shape;1815;p101"/>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16" name="Google Shape;1816;p10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17" name="Google Shape;1817;p101"/>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18" name="Google Shape;1818;p10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19" name="Google Shape;1819;p10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20" name="Google Shape;1820;p101"/>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21" name="Google Shape;1821;p10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822" name="Google Shape;1822;p101"/>
          <p:cNvPicPr preferRelativeResize="0"/>
          <p:nvPr/>
        </p:nvPicPr>
        <p:blipFill rotWithShape="1">
          <a:blip r:embed="rId3">
            <a:alphaModFix/>
          </a:blip>
          <a:srcRect/>
          <a:stretch/>
        </p:blipFill>
        <p:spPr>
          <a:xfrm>
            <a:off x="514350" y="2913062"/>
            <a:ext cx="8293100" cy="1611312"/>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827"/>
        <p:cNvGrpSpPr/>
        <p:nvPr/>
      </p:nvGrpSpPr>
      <p:grpSpPr>
        <a:xfrm>
          <a:off x="0" y="0"/>
          <a:ext cx="0" cy="0"/>
          <a:chOff x="0" y="0"/>
          <a:chExt cx="0" cy="0"/>
        </a:xfrm>
      </p:grpSpPr>
      <p:sp>
        <p:nvSpPr>
          <p:cNvPr id="1828" name="Google Shape;1828;p102"/>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829" name="Google Shape;1829;p102"/>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102</a:t>
            </a:fld>
            <a:endParaRPr/>
          </a:p>
        </p:txBody>
      </p:sp>
      <p:sp>
        <p:nvSpPr>
          <p:cNvPr id="1830" name="Google Shape;1830;p102"/>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31" name="Google Shape;1831;p10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32" name="Google Shape;1832;p102"/>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33" name="Google Shape;1833;p10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34" name="Google Shape;1834;p10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35" name="Google Shape;1835;p102"/>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36" name="Google Shape;1836;p10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1837" name="Google Shape;1837;p102"/>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1838" name="Google Shape;1838;p102"/>
          <p:cNvCxnSpPr/>
          <p:nvPr/>
        </p:nvCxnSpPr>
        <p:spPr>
          <a:xfrm>
            <a:off x="609600" y="34290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1839" name="Google Shape;1839;p102"/>
          <p:cNvSpPr txBox="1"/>
          <p:nvPr/>
        </p:nvSpPr>
        <p:spPr>
          <a:xfrm>
            <a:off x="647700" y="2716212"/>
            <a:ext cx="8077200" cy="579437"/>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EOP can be used only once.</a:t>
            </a:r>
            <a:endParaRPr/>
          </a:p>
        </p:txBody>
      </p:sp>
      <p:grpSp>
        <p:nvGrpSpPr>
          <p:cNvPr id="1840" name="Google Shape;1840;p102"/>
          <p:cNvGrpSpPr/>
          <p:nvPr/>
        </p:nvGrpSpPr>
        <p:grpSpPr>
          <a:xfrm>
            <a:off x="609600" y="1981200"/>
            <a:ext cx="1143000" cy="566737"/>
            <a:chOff x="1200" y="1248"/>
            <a:chExt cx="720" cy="357"/>
          </a:xfrm>
        </p:grpSpPr>
        <p:pic>
          <p:nvPicPr>
            <p:cNvPr id="1841" name="Google Shape;1841;p102"/>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1842" name="Google Shape;1842;p102"/>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37"/>
                                        </p:tgtEl>
                                        <p:attrNameLst>
                                          <p:attrName>style.visibility</p:attrName>
                                        </p:attrNameLst>
                                      </p:cBhvr>
                                      <p:to>
                                        <p:strVal val="visible"/>
                                      </p:to>
                                    </p:set>
                                    <p:animEffect transition="in" filter="fade">
                                      <p:cBhvr>
                                        <p:cTn id="7" dur="500"/>
                                        <p:tgtEl>
                                          <p:spTgt spid="183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838"/>
                                        </p:tgtEl>
                                        <p:attrNameLst>
                                          <p:attrName>style.visibility</p:attrName>
                                        </p:attrNameLst>
                                      </p:cBhvr>
                                      <p:to>
                                        <p:strVal val="visible"/>
                                      </p:to>
                                    </p:set>
                                    <p:animEffect transition="in" filter="fade">
                                      <p:cBhvr>
                                        <p:cTn id="11" dur="500"/>
                                        <p:tgtEl>
                                          <p:spTgt spid="183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839"/>
                                        </p:tgtEl>
                                        <p:attrNameLst>
                                          <p:attrName>style.visibility</p:attrName>
                                        </p:attrNameLst>
                                      </p:cBhvr>
                                      <p:to>
                                        <p:strVal val="visible"/>
                                      </p:to>
                                    </p:set>
                                    <p:animEffect transition="in" filter="fade">
                                      <p:cBhvr>
                                        <p:cTn id="15" dur="500"/>
                                        <p:tgtEl>
                                          <p:spTgt spid="18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847"/>
        <p:cNvGrpSpPr/>
        <p:nvPr/>
      </p:nvGrpSpPr>
      <p:grpSpPr>
        <a:xfrm>
          <a:off x="0" y="0"/>
          <a:ext cx="0" cy="0"/>
          <a:chOff x="0" y="0"/>
          <a:chExt cx="0" cy="0"/>
        </a:xfrm>
      </p:grpSpPr>
      <p:sp>
        <p:nvSpPr>
          <p:cNvPr id="1848" name="Google Shape;1848;p103"/>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849" name="Google Shape;1849;p103"/>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103</a:t>
            </a:fld>
            <a:endParaRPr/>
          </a:p>
        </p:txBody>
      </p:sp>
      <p:sp>
        <p:nvSpPr>
          <p:cNvPr id="1850" name="Google Shape;1850;p103"/>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15.43</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No-operation option</a:t>
            </a:r>
            <a:endParaRPr/>
          </a:p>
        </p:txBody>
      </p:sp>
      <p:sp>
        <p:nvSpPr>
          <p:cNvPr id="1851" name="Google Shape;1851;p103"/>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52" name="Google Shape;1852;p10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53" name="Google Shape;1853;p103"/>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54" name="Google Shape;1854;p10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55" name="Google Shape;1855;p10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56" name="Google Shape;1856;p103"/>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57" name="Google Shape;1857;p10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858" name="Google Shape;1858;p103"/>
          <p:cNvPicPr preferRelativeResize="0"/>
          <p:nvPr/>
        </p:nvPicPr>
        <p:blipFill rotWithShape="1">
          <a:blip r:embed="rId3">
            <a:alphaModFix/>
          </a:blip>
          <a:srcRect/>
          <a:stretch/>
        </p:blipFill>
        <p:spPr>
          <a:xfrm>
            <a:off x="669925" y="2562225"/>
            <a:ext cx="7331075" cy="2314575"/>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863"/>
        <p:cNvGrpSpPr/>
        <p:nvPr/>
      </p:nvGrpSpPr>
      <p:grpSpPr>
        <a:xfrm>
          <a:off x="0" y="0"/>
          <a:ext cx="0" cy="0"/>
          <a:chOff x="0" y="0"/>
          <a:chExt cx="0" cy="0"/>
        </a:xfrm>
      </p:grpSpPr>
      <p:sp>
        <p:nvSpPr>
          <p:cNvPr id="1864" name="Google Shape;1864;p104"/>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865" name="Google Shape;1865;p104"/>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104</a:t>
            </a:fld>
            <a:endParaRPr/>
          </a:p>
        </p:txBody>
      </p:sp>
      <p:sp>
        <p:nvSpPr>
          <p:cNvPr id="1866" name="Google Shape;1866;p104"/>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67" name="Google Shape;1867;p10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68" name="Google Shape;1868;p104"/>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69" name="Google Shape;1869;p10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70" name="Google Shape;1870;p10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71" name="Google Shape;1871;p104"/>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72" name="Google Shape;1872;p10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1873" name="Google Shape;1873;p104"/>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1874" name="Google Shape;1874;p104"/>
          <p:cNvCxnSpPr/>
          <p:nvPr/>
        </p:nvCxnSpPr>
        <p:spPr>
          <a:xfrm>
            <a:off x="609600" y="34290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1875" name="Google Shape;1875;p104"/>
          <p:cNvSpPr txBox="1"/>
          <p:nvPr/>
        </p:nvSpPr>
        <p:spPr>
          <a:xfrm>
            <a:off x="647700" y="2716212"/>
            <a:ext cx="8077200" cy="579437"/>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NOP can be used more than once.</a:t>
            </a:r>
            <a:endParaRPr/>
          </a:p>
        </p:txBody>
      </p:sp>
      <p:grpSp>
        <p:nvGrpSpPr>
          <p:cNvPr id="1876" name="Google Shape;1876;p104"/>
          <p:cNvGrpSpPr/>
          <p:nvPr/>
        </p:nvGrpSpPr>
        <p:grpSpPr>
          <a:xfrm>
            <a:off x="609600" y="1981200"/>
            <a:ext cx="1143000" cy="566737"/>
            <a:chOff x="1200" y="1248"/>
            <a:chExt cx="720" cy="357"/>
          </a:xfrm>
        </p:grpSpPr>
        <p:pic>
          <p:nvPicPr>
            <p:cNvPr id="1877" name="Google Shape;1877;p104"/>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1878" name="Google Shape;1878;p104"/>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73"/>
                                        </p:tgtEl>
                                        <p:attrNameLst>
                                          <p:attrName>style.visibility</p:attrName>
                                        </p:attrNameLst>
                                      </p:cBhvr>
                                      <p:to>
                                        <p:strVal val="visible"/>
                                      </p:to>
                                    </p:set>
                                    <p:animEffect transition="in" filter="fade">
                                      <p:cBhvr>
                                        <p:cTn id="7" dur="500"/>
                                        <p:tgtEl>
                                          <p:spTgt spid="187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874"/>
                                        </p:tgtEl>
                                        <p:attrNameLst>
                                          <p:attrName>style.visibility</p:attrName>
                                        </p:attrNameLst>
                                      </p:cBhvr>
                                      <p:to>
                                        <p:strVal val="visible"/>
                                      </p:to>
                                    </p:set>
                                    <p:animEffect transition="in" filter="fade">
                                      <p:cBhvr>
                                        <p:cTn id="11" dur="500"/>
                                        <p:tgtEl>
                                          <p:spTgt spid="187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875"/>
                                        </p:tgtEl>
                                        <p:attrNameLst>
                                          <p:attrName>style.visibility</p:attrName>
                                        </p:attrNameLst>
                                      </p:cBhvr>
                                      <p:to>
                                        <p:strVal val="visible"/>
                                      </p:to>
                                    </p:set>
                                    <p:animEffect transition="in" filter="fade">
                                      <p:cBhvr>
                                        <p:cTn id="15" dur="500"/>
                                        <p:tgtEl>
                                          <p:spTgt spid="1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883"/>
        <p:cNvGrpSpPr/>
        <p:nvPr/>
      </p:nvGrpSpPr>
      <p:grpSpPr>
        <a:xfrm>
          <a:off x="0" y="0"/>
          <a:ext cx="0" cy="0"/>
          <a:chOff x="0" y="0"/>
          <a:chExt cx="0" cy="0"/>
        </a:xfrm>
      </p:grpSpPr>
      <p:sp>
        <p:nvSpPr>
          <p:cNvPr id="1884" name="Google Shape;1884;p105"/>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885" name="Google Shape;1885;p105"/>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105</a:t>
            </a:fld>
            <a:endParaRPr/>
          </a:p>
        </p:txBody>
      </p:sp>
      <p:sp>
        <p:nvSpPr>
          <p:cNvPr id="1886" name="Google Shape;1886;p105"/>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15.44</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Minimum-segment-size option</a:t>
            </a:r>
            <a:endParaRPr/>
          </a:p>
        </p:txBody>
      </p:sp>
      <p:sp>
        <p:nvSpPr>
          <p:cNvPr id="1887" name="Google Shape;1887;p105"/>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88" name="Google Shape;1888;p10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89" name="Google Shape;1889;p105"/>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90" name="Google Shape;1890;p10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91" name="Google Shape;1891;p10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92" name="Google Shape;1892;p105"/>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893" name="Google Shape;1893;p10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894" name="Google Shape;1894;p105"/>
          <p:cNvPicPr preferRelativeResize="0"/>
          <p:nvPr/>
        </p:nvPicPr>
        <p:blipFill rotWithShape="1">
          <a:blip r:embed="rId3">
            <a:alphaModFix/>
          </a:blip>
          <a:srcRect/>
          <a:stretch/>
        </p:blipFill>
        <p:spPr>
          <a:xfrm>
            <a:off x="298450" y="3213100"/>
            <a:ext cx="8007350" cy="90170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899"/>
        <p:cNvGrpSpPr/>
        <p:nvPr/>
      </p:nvGrpSpPr>
      <p:grpSpPr>
        <a:xfrm>
          <a:off x="0" y="0"/>
          <a:ext cx="0" cy="0"/>
          <a:chOff x="0" y="0"/>
          <a:chExt cx="0" cy="0"/>
        </a:xfrm>
      </p:grpSpPr>
      <p:sp>
        <p:nvSpPr>
          <p:cNvPr id="1900" name="Google Shape;1900;p106"/>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901" name="Google Shape;1901;p106"/>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106</a:t>
            </a:fld>
            <a:endParaRPr/>
          </a:p>
        </p:txBody>
      </p:sp>
      <p:sp>
        <p:nvSpPr>
          <p:cNvPr id="1902" name="Google Shape;1902;p106"/>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03" name="Google Shape;1903;p10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04" name="Google Shape;1904;p106"/>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05" name="Google Shape;1905;p10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06" name="Google Shape;1906;p10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07" name="Google Shape;1907;p106"/>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08" name="Google Shape;1908;p10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1909" name="Google Shape;1909;p106"/>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1910" name="Google Shape;1910;p106"/>
          <p:cNvCxnSpPr/>
          <p:nvPr/>
        </p:nvCxnSpPr>
        <p:spPr>
          <a:xfrm>
            <a:off x="609600" y="43434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1911" name="Google Shape;1911;p106"/>
          <p:cNvSpPr txBox="1"/>
          <p:nvPr/>
        </p:nvSpPr>
        <p:spPr>
          <a:xfrm>
            <a:off x="647700" y="2716212"/>
            <a:ext cx="8077200" cy="1554162"/>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The value of MSS is determined during connection establishment and does </a:t>
            </a:r>
            <a:br>
              <a:rPr lang="en-US" sz="3200" b="1" i="1" u="none">
                <a:solidFill>
                  <a:schemeClr val="lt1"/>
                </a:solidFill>
                <a:latin typeface="Arial"/>
                <a:ea typeface="Arial"/>
                <a:cs typeface="Arial"/>
                <a:sym typeface="Arial"/>
              </a:rPr>
            </a:br>
            <a:r>
              <a:rPr lang="en-US" sz="3200" b="1" i="1" u="none">
                <a:solidFill>
                  <a:schemeClr val="lt1"/>
                </a:solidFill>
                <a:latin typeface="Arial"/>
                <a:ea typeface="Arial"/>
                <a:cs typeface="Arial"/>
                <a:sym typeface="Arial"/>
              </a:rPr>
              <a:t>not change during the connection.</a:t>
            </a:r>
            <a:endParaRPr/>
          </a:p>
        </p:txBody>
      </p:sp>
      <p:grpSp>
        <p:nvGrpSpPr>
          <p:cNvPr id="1912" name="Google Shape;1912;p106"/>
          <p:cNvGrpSpPr/>
          <p:nvPr/>
        </p:nvGrpSpPr>
        <p:grpSpPr>
          <a:xfrm>
            <a:off x="609600" y="1981200"/>
            <a:ext cx="1143000" cy="566737"/>
            <a:chOff x="1200" y="1248"/>
            <a:chExt cx="720" cy="357"/>
          </a:xfrm>
        </p:grpSpPr>
        <p:pic>
          <p:nvPicPr>
            <p:cNvPr id="1913" name="Google Shape;1913;p106"/>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1914" name="Google Shape;1914;p106"/>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09"/>
                                        </p:tgtEl>
                                        <p:attrNameLst>
                                          <p:attrName>style.visibility</p:attrName>
                                        </p:attrNameLst>
                                      </p:cBhvr>
                                      <p:to>
                                        <p:strVal val="visible"/>
                                      </p:to>
                                    </p:set>
                                    <p:animEffect transition="in" filter="fade">
                                      <p:cBhvr>
                                        <p:cTn id="7" dur="500"/>
                                        <p:tgtEl>
                                          <p:spTgt spid="190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910"/>
                                        </p:tgtEl>
                                        <p:attrNameLst>
                                          <p:attrName>style.visibility</p:attrName>
                                        </p:attrNameLst>
                                      </p:cBhvr>
                                      <p:to>
                                        <p:strVal val="visible"/>
                                      </p:to>
                                    </p:set>
                                    <p:animEffect transition="in" filter="fade">
                                      <p:cBhvr>
                                        <p:cTn id="11" dur="500"/>
                                        <p:tgtEl>
                                          <p:spTgt spid="191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911"/>
                                        </p:tgtEl>
                                        <p:attrNameLst>
                                          <p:attrName>style.visibility</p:attrName>
                                        </p:attrNameLst>
                                      </p:cBhvr>
                                      <p:to>
                                        <p:strVal val="visible"/>
                                      </p:to>
                                    </p:set>
                                    <p:animEffect transition="in" filter="fade">
                                      <p:cBhvr>
                                        <p:cTn id="15" dur="500"/>
                                        <p:tgtEl>
                                          <p:spTgt spid="19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919"/>
        <p:cNvGrpSpPr/>
        <p:nvPr/>
      </p:nvGrpSpPr>
      <p:grpSpPr>
        <a:xfrm>
          <a:off x="0" y="0"/>
          <a:ext cx="0" cy="0"/>
          <a:chOff x="0" y="0"/>
          <a:chExt cx="0" cy="0"/>
        </a:xfrm>
      </p:grpSpPr>
      <p:sp>
        <p:nvSpPr>
          <p:cNvPr id="1920" name="Google Shape;1920;p107"/>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921" name="Google Shape;1921;p107"/>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107</a:t>
            </a:fld>
            <a:endParaRPr/>
          </a:p>
        </p:txBody>
      </p:sp>
      <p:sp>
        <p:nvSpPr>
          <p:cNvPr id="1922" name="Google Shape;1922;p107"/>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15.45</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Window-scale-factor option</a:t>
            </a:r>
            <a:endParaRPr/>
          </a:p>
        </p:txBody>
      </p:sp>
      <p:sp>
        <p:nvSpPr>
          <p:cNvPr id="1923" name="Google Shape;1923;p107"/>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24" name="Google Shape;1924;p10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25" name="Google Shape;1925;p107"/>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26" name="Google Shape;1926;p10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27" name="Google Shape;1927;p10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28" name="Google Shape;1928;p107"/>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29" name="Google Shape;1929;p10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930" name="Google Shape;1930;p107"/>
          <p:cNvPicPr preferRelativeResize="0"/>
          <p:nvPr/>
        </p:nvPicPr>
        <p:blipFill rotWithShape="1">
          <a:blip r:embed="rId3">
            <a:alphaModFix/>
          </a:blip>
          <a:srcRect/>
          <a:stretch/>
        </p:blipFill>
        <p:spPr>
          <a:xfrm>
            <a:off x="288925" y="3024187"/>
            <a:ext cx="8626475" cy="113030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sp>
        <p:nvSpPr>
          <p:cNvPr id="1936" name="Google Shape;1936;p108"/>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937" name="Google Shape;1937;p108"/>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108</a:t>
            </a:fld>
            <a:endParaRPr/>
          </a:p>
        </p:txBody>
      </p:sp>
      <p:sp>
        <p:nvSpPr>
          <p:cNvPr id="1938" name="Google Shape;1938;p108"/>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39" name="Google Shape;1939;p10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40" name="Google Shape;1940;p108"/>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41" name="Google Shape;1941;p10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42" name="Google Shape;1942;p10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43" name="Google Shape;1943;p108"/>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44" name="Google Shape;1944;p10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1945" name="Google Shape;1945;p108"/>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1946" name="Google Shape;1946;p108"/>
          <p:cNvCxnSpPr/>
          <p:nvPr/>
        </p:nvCxnSpPr>
        <p:spPr>
          <a:xfrm>
            <a:off x="609600" y="48768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1947" name="Google Shape;1947;p108"/>
          <p:cNvSpPr txBox="1"/>
          <p:nvPr/>
        </p:nvSpPr>
        <p:spPr>
          <a:xfrm>
            <a:off x="647700" y="2716212"/>
            <a:ext cx="8077200" cy="2041525"/>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The value of the window scale factor can be determined only during connection</a:t>
            </a:r>
            <a:endParaRPr/>
          </a:p>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establishment; it does not change during the connection.</a:t>
            </a:r>
            <a:endParaRPr/>
          </a:p>
        </p:txBody>
      </p:sp>
      <p:grpSp>
        <p:nvGrpSpPr>
          <p:cNvPr id="1948" name="Google Shape;1948;p108"/>
          <p:cNvGrpSpPr/>
          <p:nvPr/>
        </p:nvGrpSpPr>
        <p:grpSpPr>
          <a:xfrm>
            <a:off x="609600" y="1981200"/>
            <a:ext cx="1143000" cy="566737"/>
            <a:chOff x="1200" y="1248"/>
            <a:chExt cx="720" cy="357"/>
          </a:xfrm>
        </p:grpSpPr>
        <p:pic>
          <p:nvPicPr>
            <p:cNvPr id="1949" name="Google Shape;1949;p108"/>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1950" name="Google Shape;1950;p108"/>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45"/>
                                        </p:tgtEl>
                                        <p:attrNameLst>
                                          <p:attrName>style.visibility</p:attrName>
                                        </p:attrNameLst>
                                      </p:cBhvr>
                                      <p:to>
                                        <p:strVal val="visible"/>
                                      </p:to>
                                    </p:set>
                                    <p:animEffect transition="in" filter="fade">
                                      <p:cBhvr>
                                        <p:cTn id="7" dur="500"/>
                                        <p:tgtEl>
                                          <p:spTgt spid="194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946"/>
                                        </p:tgtEl>
                                        <p:attrNameLst>
                                          <p:attrName>style.visibility</p:attrName>
                                        </p:attrNameLst>
                                      </p:cBhvr>
                                      <p:to>
                                        <p:strVal val="visible"/>
                                      </p:to>
                                    </p:set>
                                    <p:animEffect transition="in" filter="fade">
                                      <p:cBhvr>
                                        <p:cTn id="11" dur="500"/>
                                        <p:tgtEl>
                                          <p:spTgt spid="194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947"/>
                                        </p:tgtEl>
                                        <p:attrNameLst>
                                          <p:attrName>style.visibility</p:attrName>
                                        </p:attrNameLst>
                                      </p:cBhvr>
                                      <p:to>
                                        <p:strVal val="visible"/>
                                      </p:to>
                                    </p:set>
                                    <p:animEffect transition="in" filter="fade">
                                      <p:cBhvr>
                                        <p:cTn id="15" dur="500"/>
                                        <p:tgtEl>
                                          <p:spTgt spid="1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955"/>
        <p:cNvGrpSpPr/>
        <p:nvPr/>
      </p:nvGrpSpPr>
      <p:grpSpPr>
        <a:xfrm>
          <a:off x="0" y="0"/>
          <a:ext cx="0" cy="0"/>
          <a:chOff x="0" y="0"/>
          <a:chExt cx="0" cy="0"/>
        </a:xfrm>
      </p:grpSpPr>
      <p:sp>
        <p:nvSpPr>
          <p:cNvPr id="1956" name="Google Shape;1956;p109"/>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957" name="Google Shape;1957;p109"/>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109</a:t>
            </a:fld>
            <a:endParaRPr/>
          </a:p>
        </p:txBody>
      </p:sp>
      <p:sp>
        <p:nvSpPr>
          <p:cNvPr id="1958" name="Google Shape;1958;p109"/>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15.46</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Timestamp option</a:t>
            </a:r>
            <a:endParaRPr/>
          </a:p>
        </p:txBody>
      </p:sp>
      <p:sp>
        <p:nvSpPr>
          <p:cNvPr id="1959" name="Google Shape;1959;p109"/>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60" name="Google Shape;1960;p10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61" name="Google Shape;1961;p109"/>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62" name="Google Shape;1962;p10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63" name="Google Shape;1963;p10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64" name="Google Shape;1964;p109"/>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65" name="Google Shape;1965;p10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1966" name="Google Shape;1966;p109"/>
          <p:cNvPicPr preferRelativeResize="0"/>
          <p:nvPr/>
        </p:nvPicPr>
        <p:blipFill rotWithShape="1">
          <a:blip r:embed="rId3">
            <a:alphaModFix/>
          </a:blip>
          <a:srcRect/>
          <a:stretch/>
        </p:blipFill>
        <p:spPr>
          <a:xfrm>
            <a:off x="450850" y="2422525"/>
            <a:ext cx="8007350" cy="1616075"/>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971"/>
        <p:cNvGrpSpPr/>
        <p:nvPr/>
      </p:nvGrpSpPr>
      <p:grpSpPr>
        <a:xfrm>
          <a:off x="0" y="0"/>
          <a:ext cx="0" cy="0"/>
          <a:chOff x="0" y="0"/>
          <a:chExt cx="0" cy="0"/>
        </a:xfrm>
      </p:grpSpPr>
      <p:sp>
        <p:nvSpPr>
          <p:cNvPr id="1972" name="Google Shape;1972;p110"/>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973" name="Google Shape;1973;p110"/>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110</a:t>
            </a:fld>
            <a:endParaRPr/>
          </a:p>
        </p:txBody>
      </p:sp>
      <p:sp>
        <p:nvSpPr>
          <p:cNvPr id="1974" name="Google Shape;1974;p110"/>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75" name="Google Shape;1975;p11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76" name="Google Shape;1976;p110"/>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77" name="Google Shape;1977;p11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78" name="Google Shape;1978;p11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79" name="Google Shape;1979;p110"/>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80" name="Google Shape;1980;p11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1981" name="Google Shape;1981;p110"/>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1982" name="Google Shape;1982;p110"/>
          <p:cNvCxnSpPr/>
          <p:nvPr/>
        </p:nvCxnSpPr>
        <p:spPr>
          <a:xfrm>
            <a:off x="609600" y="43434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1983" name="Google Shape;1983;p110"/>
          <p:cNvSpPr txBox="1"/>
          <p:nvPr/>
        </p:nvSpPr>
        <p:spPr>
          <a:xfrm>
            <a:off x="647700" y="2716212"/>
            <a:ext cx="8077200" cy="1554162"/>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One application of the timestamp option is the calculation of round-trip </a:t>
            </a:r>
            <a:br>
              <a:rPr lang="en-US" sz="3200" b="1" i="1" u="none">
                <a:solidFill>
                  <a:schemeClr val="lt1"/>
                </a:solidFill>
                <a:latin typeface="Arial"/>
                <a:ea typeface="Arial"/>
                <a:cs typeface="Arial"/>
                <a:sym typeface="Arial"/>
              </a:rPr>
            </a:br>
            <a:r>
              <a:rPr lang="en-US" sz="3200" b="1" i="1" u="none">
                <a:solidFill>
                  <a:schemeClr val="lt1"/>
                </a:solidFill>
                <a:latin typeface="Arial"/>
                <a:ea typeface="Arial"/>
                <a:cs typeface="Arial"/>
                <a:sym typeface="Arial"/>
              </a:rPr>
              <a:t>time (RTT).</a:t>
            </a:r>
            <a:endParaRPr/>
          </a:p>
        </p:txBody>
      </p:sp>
      <p:grpSp>
        <p:nvGrpSpPr>
          <p:cNvPr id="1984" name="Google Shape;1984;p110"/>
          <p:cNvGrpSpPr/>
          <p:nvPr/>
        </p:nvGrpSpPr>
        <p:grpSpPr>
          <a:xfrm>
            <a:off x="609600" y="1981200"/>
            <a:ext cx="1143000" cy="566737"/>
            <a:chOff x="1200" y="1248"/>
            <a:chExt cx="720" cy="357"/>
          </a:xfrm>
        </p:grpSpPr>
        <p:pic>
          <p:nvPicPr>
            <p:cNvPr id="1985" name="Google Shape;1985;p110"/>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1986" name="Google Shape;1986;p110"/>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81"/>
                                        </p:tgtEl>
                                        <p:attrNameLst>
                                          <p:attrName>style.visibility</p:attrName>
                                        </p:attrNameLst>
                                      </p:cBhvr>
                                      <p:to>
                                        <p:strVal val="visible"/>
                                      </p:to>
                                    </p:set>
                                    <p:animEffect transition="in" filter="fade">
                                      <p:cBhvr>
                                        <p:cTn id="7" dur="500"/>
                                        <p:tgtEl>
                                          <p:spTgt spid="198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982"/>
                                        </p:tgtEl>
                                        <p:attrNameLst>
                                          <p:attrName>style.visibility</p:attrName>
                                        </p:attrNameLst>
                                      </p:cBhvr>
                                      <p:to>
                                        <p:strVal val="visible"/>
                                      </p:to>
                                    </p:set>
                                    <p:animEffect transition="in" filter="fade">
                                      <p:cBhvr>
                                        <p:cTn id="11" dur="500"/>
                                        <p:tgtEl>
                                          <p:spTgt spid="198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983"/>
                                        </p:tgtEl>
                                        <p:attrNameLst>
                                          <p:attrName>style.visibility</p:attrName>
                                        </p:attrNameLst>
                                      </p:cBhvr>
                                      <p:to>
                                        <p:strVal val="visible"/>
                                      </p:to>
                                    </p:set>
                                    <p:animEffect transition="in" filter="fade">
                                      <p:cBhvr>
                                        <p:cTn id="15" dur="500"/>
                                        <p:tgtEl>
                                          <p:spTgt spid="1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991"/>
        <p:cNvGrpSpPr/>
        <p:nvPr/>
      </p:nvGrpSpPr>
      <p:grpSpPr>
        <a:xfrm>
          <a:off x="0" y="0"/>
          <a:ext cx="0" cy="0"/>
          <a:chOff x="0" y="0"/>
          <a:chExt cx="0" cy="0"/>
        </a:xfrm>
      </p:grpSpPr>
      <p:sp>
        <p:nvSpPr>
          <p:cNvPr id="1992" name="Google Shape;1992;p111"/>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1993" name="Google Shape;1993;p111"/>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111</a:t>
            </a:fld>
            <a:endParaRPr/>
          </a:p>
        </p:txBody>
      </p:sp>
      <p:sp>
        <p:nvSpPr>
          <p:cNvPr id="1994" name="Google Shape;1994;p111"/>
          <p:cNvSpPr txBox="1"/>
          <p:nvPr/>
        </p:nvSpPr>
        <p:spPr>
          <a:xfrm>
            <a:off x="76200" y="696912"/>
            <a:ext cx="8839200" cy="118745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Arimo"/>
              <a:buNone/>
            </a:pPr>
            <a:r>
              <a:rPr lang="en-US" sz="2400" b="1" i="0" u="none">
                <a:solidFill>
                  <a:schemeClr val="dk1"/>
                </a:solidFill>
                <a:latin typeface="Arimo"/>
                <a:ea typeface="Arimo"/>
                <a:cs typeface="Arimo"/>
                <a:sym typeface="Arimo"/>
              </a:rPr>
              <a:t>Figure 15.47 shows an example that calculates the round-trip time for one end. Everything must be flipped if we want to calculate the RTT for the other end.</a:t>
            </a:r>
            <a:endParaRPr/>
          </a:p>
        </p:txBody>
      </p:sp>
      <p:grpSp>
        <p:nvGrpSpPr>
          <p:cNvPr id="1995" name="Google Shape;1995;p111"/>
          <p:cNvGrpSpPr/>
          <p:nvPr/>
        </p:nvGrpSpPr>
        <p:grpSpPr>
          <a:xfrm>
            <a:off x="0" y="0"/>
            <a:ext cx="9144000" cy="609600"/>
            <a:chOff x="0" y="2448"/>
            <a:chExt cx="5760" cy="384"/>
          </a:xfrm>
        </p:grpSpPr>
        <p:sp>
          <p:nvSpPr>
            <p:cNvPr id="1996" name="Google Shape;1996;p111"/>
            <p:cNvSpPr txBox="1"/>
            <p:nvPr/>
          </p:nvSpPr>
          <p:spPr>
            <a:xfrm>
              <a:off x="0" y="2448"/>
              <a:ext cx="5760" cy="384"/>
            </a:xfrm>
            <a:prstGeom prst="rect">
              <a:avLst/>
            </a:prstGeom>
            <a:solidFill>
              <a:srgbClr val="2CB843"/>
            </a:solidFill>
            <a:ln w="9525"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1997" name="Google Shape;1997;p111"/>
            <p:cNvSpPr txBox="1"/>
            <p:nvPr/>
          </p:nvSpPr>
          <p:spPr>
            <a:xfrm>
              <a:off x="0" y="2448"/>
              <a:ext cx="1595" cy="365"/>
            </a:xfrm>
            <a:prstGeom prst="rect">
              <a:avLst/>
            </a:prstGeom>
            <a:solidFill>
              <a:srgbClr val="2CB84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200"/>
                <a:buFont typeface="Times New Roman"/>
                <a:buNone/>
              </a:pPr>
              <a:r>
                <a:rPr lang="en-US" sz="3200" b="1" i="0" u="none">
                  <a:solidFill>
                    <a:schemeClr val="lt1"/>
                  </a:solidFill>
                  <a:latin typeface="Times New Roman"/>
                  <a:ea typeface="Times New Roman"/>
                  <a:cs typeface="Times New Roman"/>
                  <a:sym typeface="Times New Roman"/>
                </a:rPr>
                <a:t>Example 15.5</a:t>
              </a:r>
              <a:endParaRPr/>
            </a:p>
          </p:txBody>
        </p:sp>
      </p:gr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2002"/>
        <p:cNvGrpSpPr/>
        <p:nvPr/>
      </p:nvGrpSpPr>
      <p:grpSpPr>
        <a:xfrm>
          <a:off x="0" y="0"/>
          <a:ext cx="0" cy="0"/>
          <a:chOff x="0" y="0"/>
          <a:chExt cx="0" cy="0"/>
        </a:xfrm>
      </p:grpSpPr>
      <p:sp>
        <p:nvSpPr>
          <p:cNvPr id="2003" name="Google Shape;2003;p112"/>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004" name="Google Shape;2004;p112"/>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112</a:t>
            </a:fld>
            <a:endParaRPr/>
          </a:p>
        </p:txBody>
      </p:sp>
      <p:sp>
        <p:nvSpPr>
          <p:cNvPr id="2005" name="Google Shape;2005;p112"/>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15.47</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Example 15.5</a:t>
            </a:r>
            <a:endParaRPr/>
          </a:p>
        </p:txBody>
      </p:sp>
      <p:sp>
        <p:nvSpPr>
          <p:cNvPr id="2006" name="Google Shape;2006;p112"/>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07" name="Google Shape;2007;p11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08" name="Google Shape;2008;p112"/>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09" name="Google Shape;2009;p11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10" name="Google Shape;2010;p11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11" name="Google Shape;2011;p112"/>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12" name="Google Shape;2012;p11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2013" name="Google Shape;2013;p112"/>
          <p:cNvPicPr preferRelativeResize="0"/>
          <p:nvPr/>
        </p:nvPicPr>
        <p:blipFill rotWithShape="1">
          <a:blip r:embed="rId3">
            <a:alphaModFix/>
          </a:blip>
          <a:srcRect/>
          <a:stretch/>
        </p:blipFill>
        <p:spPr>
          <a:xfrm>
            <a:off x="109537" y="1471612"/>
            <a:ext cx="8501062" cy="4297362"/>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2018"/>
        <p:cNvGrpSpPr/>
        <p:nvPr/>
      </p:nvGrpSpPr>
      <p:grpSpPr>
        <a:xfrm>
          <a:off x="0" y="0"/>
          <a:ext cx="0" cy="0"/>
          <a:chOff x="0" y="0"/>
          <a:chExt cx="0" cy="0"/>
        </a:xfrm>
      </p:grpSpPr>
      <p:sp>
        <p:nvSpPr>
          <p:cNvPr id="2019" name="Google Shape;2019;p113"/>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020" name="Google Shape;2020;p113"/>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113</a:t>
            </a:fld>
            <a:endParaRPr/>
          </a:p>
        </p:txBody>
      </p:sp>
      <p:sp>
        <p:nvSpPr>
          <p:cNvPr id="2021" name="Google Shape;2021;p113"/>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22" name="Google Shape;2022;p11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23" name="Google Shape;2023;p113"/>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24" name="Google Shape;2024;p11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25" name="Google Shape;2025;p11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26" name="Google Shape;2026;p113"/>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27" name="Google Shape;2027;p11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cxnSp>
        <p:nvCxnSpPr>
          <p:cNvPr id="2028" name="Google Shape;2028;p113"/>
          <p:cNvCxnSpPr/>
          <p:nvPr/>
        </p:nvCxnSpPr>
        <p:spPr>
          <a:xfrm>
            <a:off x="609600" y="2624137"/>
            <a:ext cx="8153400" cy="0"/>
          </a:xfrm>
          <a:prstGeom prst="straightConnector1">
            <a:avLst/>
          </a:prstGeom>
          <a:noFill/>
          <a:ln w="76200" cap="flat" cmpd="sng">
            <a:solidFill>
              <a:schemeClr val="folHlink"/>
            </a:solidFill>
            <a:prstDash val="solid"/>
            <a:miter lim="800000"/>
            <a:headEnd type="none" w="med" len="med"/>
            <a:tailEnd type="none" w="med" len="med"/>
          </a:ln>
        </p:spPr>
      </p:cxnSp>
      <p:cxnSp>
        <p:nvCxnSpPr>
          <p:cNvPr id="2029" name="Google Shape;2029;p113"/>
          <p:cNvCxnSpPr/>
          <p:nvPr/>
        </p:nvCxnSpPr>
        <p:spPr>
          <a:xfrm>
            <a:off x="609600" y="3886200"/>
            <a:ext cx="8153400" cy="0"/>
          </a:xfrm>
          <a:prstGeom prst="straightConnector1">
            <a:avLst/>
          </a:prstGeom>
          <a:noFill/>
          <a:ln w="76200" cap="flat" cmpd="sng">
            <a:solidFill>
              <a:schemeClr val="folHlink"/>
            </a:solidFill>
            <a:prstDash val="solid"/>
            <a:miter lim="800000"/>
            <a:headEnd type="none" w="med" len="med"/>
            <a:tailEnd type="none" w="med" len="med"/>
          </a:ln>
        </p:spPr>
      </p:cxnSp>
      <p:sp>
        <p:nvSpPr>
          <p:cNvPr id="2030" name="Google Shape;2030;p113"/>
          <p:cNvSpPr txBox="1"/>
          <p:nvPr/>
        </p:nvSpPr>
        <p:spPr>
          <a:xfrm>
            <a:off x="647700" y="2716212"/>
            <a:ext cx="8077200" cy="1066800"/>
          </a:xfrm>
          <a:prstGeom prst="rect">
            <a:avLst/>
          </a:prstGeom>
          <a:solidFill>
            <a:srgbClr val="3333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200"/>
              <a:buFont typeface="Arial"/>
              <a:buNone/>
            </a:pPr>
            <a:r>
              <a:rPr lang="en-US" sz="3200" b="1" i="1" u="none">
                <a:solidFill>
                  <a:schemeClr val="lt1"/>
                </a:solidFill>
                <a:latin typeface="Arial"/>
                <a:ea typeface="Arial"/>
                <a:cs typeface="Arial"/>
                <a:sym typeface="Arial"/>
              </a:rPr>
              <a:t>The timestamp option can also be used for PAWS.</a:t>
            </a:r>
            <a:endParaRPr/>
          </a:p>
        </p:txBody>
      </p:sp>
      <p:grpSp>
        <p:nvGrpSpPr>
          <p:cNvPr id="2031" name="Google Shape;2031;p113"/>
          <p:cNvGrpSpPr/>
          <p:nvPr/>
        </p:nvGrpSpPr>
        <p:grpSpPr>
          <a:xfrm>
            <a:off x="609600" y="1981200"/>
            <a:ext cx="1143000" cy="566737"/>
            <a:chOff x="1200" y="1248"/>
            <a:chExt cx="720" cy="357"/>
          </a:xfrm>
        </p:grpSpPr>
        <p:pic>
          <p:nvPicPr>
            <p:cNvPr id="2032" name="Google Shape;2032;p113"/>
            <p:cNvPicPr preferRelativeResize="0"/>
            <p:nvPr/>
          </p:nvPicPr>
          <p:blipFill rotWithShape="1">
            <a:blip r:embed="rId3">
              <a:alphaModFix/>
            </a:blip>
            <a:srcRect/>
            <a:stretch/>
          </p:blipFill>
          <p:spPr>
            <a:xfrm>
              <a:off x="1200" y="1248"/>
              <a:ext cx="720" cy="357"/>
            </a:xfrm>
            <a:prstGeom prst="rect">
              <a:avLst/>
            </a:prstGeom>
            <a:noFill/>
            <a:ln>
              <a:noFill/>
            </a:ln>
          </p:spPr>
        </p:pic>
        <p:sp>
          <p:nvSpPr>
            <p:cNvPr id="2033" name="Google Shape;2033;p113"/>
            <p:cNvSpPr txBox="1"/>
            <p:nvPr/>
          </p:nvSpPr>
          <p:spPr>
            <a:xfrm>
              <a:off x="1284" y="1248"/>
              <a:ext cx="551" cy="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2800"/>
                <a:buFont typeface="Times New Roman"/>
                <a:buNone/>
              </a:pPr>
              <a:r>
                <a:rPr lang="en-US" sz="2800" b="1" i="1"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28"/>
                                        </p:tgtEl>
                                        <p:attrNameLst>
                                          <p:attrName>style.visibility</p:attrName>
                                        </p:attrNameLst>
                                      </p:cBhvr>
                                      <p:to>
                                        <p:strVal val="visible"/>
                                      </p:to>
                                    </p:set>
                                    <p:animEffect transition="in" filter="fade">
                                      <p:cBhvr>
                                        <p:cTn id="7" dur="500"/>
                                        <p:tgtEl>
                                          <p:spTgt spid="202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029"/>
                                        </p:tgtEl>
                                        <p:attrNameLst>
                                          <p:attrName>style.visibility</p:attrName>
                                        </p:attrNameLst>
                                      </p:cBhvr>
                                      <p:to>
                                        <p:strVal val="visible"/>
                                      </p:to>
                                    </p:set>
                                    <p:animEffect transition="in" filter="fade">
                                      <p:cBhvr>
                                        <p:cTn id="11" dur="500"/>
                                        <p:tgtEl>
                                          <p:spTgt spid="202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030"/>
                                        </p:tgtEl>
                                        <p:attrNameLst>
                                          <p:attrName>style.visibility</p:attrName>
                                        </p:attrNameLst>
                                      </p:cBhvr>
                                      <p:to>
                                        <p:strVal val="visible"/>
                                      </p:to>
                                    </p:set>
                                    <p:animEffect transition="in" filter="fade">
                                      <p:cBhvr>
                                        <p:cTn id="15" dur="500"/>
                                        <p:tgtEl>
                                          <p:spTgt spid="2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2038"/>
        <p:cNvGrpSpPr/>
        <p:nvPr/>
      </p:nvGrpSpPr>
      <p:grpSpPr>
        <a:xfrm>
          <a:off x="0" y="0"/>
          <a:ext cx="0" cy="0"/>
          <a:chOff x="0" y="0"/>
          <a:chExt cx="0" cy="0"/>
        </a:xfrm>
      </p:grpSpPr>
      <p:sp>
        <p:nvSpPr>
          <p:cNvPr id="2039" name="Google Shape;2039;p114"/>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040" name="Google Shape;2040;p114"/>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114</a:t>
            </a:fld>
            <a:endParaRPr/>
          </a:p>
        </p:txBody>
      </p:sp>
      <p:sp>
        <p:nvSpPr>
          <p:cNvPr id="2041" name="Google Shape;2041;p114"/>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15.48</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SACK</a:t>
            </a:r>
            <a:endParaRPr/>
          </a:p>
        </p:txBody>
      </p:sp>
      <p:sp>
        <p:nvSpPr>
          <p:cNvPr id="2042" name="Google Shape;2042;p114"/>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43" name="Google Shape;2043;p11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44" name="Google Shape;2044;p114"/>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45" name="Google Shape;2045;p11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46" name="Google Shape;2046;p11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47" name="Google Shape;2047;p114"/>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48" name="Google Shape;2048;p11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2049" name="Google Shape;2049;p114"/>
          <p:cNvPicPr preferRelativeResize="0"/>
          <p:nvPr/>
        </p:nvPicPr>
        <p:blipFill rotWithShape="1">
          <a:blip r:embed="rId3">
            <a:alphaModFix/>
          </a:blip>
          <a:srcRect/>
          <a:stretch/>
        </p:blipFill>
        <p:spPr>
          <a:xfrm>
            <a:off x="457200" y="1676400"/>
            <a:ext cx="7989887" cy="38925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9"/>
                                        </p:tgtEl>
                                        <p:attrNameLst>
                                          <p:attrName>style.visibility</p:attrName>
                                        </p:attrNameLst>
                                      </p:cBhvr>
                                      <p:to>
                                        <p:strVal val="visible"/>
                                      </p:to>
                                    </p:set>
                                    <p:animEffect transition="in" filter="fade">
                                      <p:cBhvr>
                                        <p:cTn id="7" dur="5000"/>
                                        <p:tgtEl>
                                          <p:spTgt spid="20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2054"/>
        <p:cNvGrpSpPr/>
        <p:nvPr/>
      </p:nvGrpSpPr>
      <p:grpSpPr>
        <a:xfrm>
          <a:off x="0" y="0"/>
          <a:ext cx="0" cy="0"/>
          <a:chOff x="0" y="0"/>
          <a:chExt cx="0" cy="0"/>
        </a:xfrm>
      </p:grpSpPr>
      <p:sp>
        <p:nvSpPr>
          <p:cNvPr id="2055" name="Google Shape;2055;p115"/>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056" name="Google Shape;2056;p115"/>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115</a:t>
            </a:fld>
            <a:endParaRPr/>
          </a:p>
        </p:txBody>
      </p:sp>
      <p:sp>
        <p:nvSpPr>
          <p:cNvPr id="2057" name="Google Shape;2057;p115"/>
          <p:cNvSpPr txBox="1"/>
          <p:nvPr/>
        </p:nvSpPr>
        <p:spPr>
          <a:xfrm>
            <a:off x="76200" y="696912"/>
            <a:ext cx="8839200" cy="118745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Arimo"/>
              <a:buNone/>
            </a:pPr>
            <a:r>
              <a:rPr lang="en-US" sz="2400" b="1" i="0" u="none">
                <a:solidFill>
                  <a:schemeClr val="dk1"/>
                </a:solidFill>
                <a:latin typeface="Arimo"/>
                <a:ea typeface="Arimo"/>
                <a:cs typeface="Arimo"/>
                <a:sym typeface="Arimo"/>
              </a:rPr>
              <a:t>Let us see how the SACK option is used to list out-of-order blocks. In Figure 15.49 an end has received five segments of data.</a:t>
            </a:r>
            <a:endParaRPr/>
          </a:p>
        </p:txBody>
      </p:sp>
      <p:grpSp>
        <p:nvGrpSpPr>
          <p:cNvPr id="2058" name="Google Shape;2058;p115"/>
          <p:cNvGrpSpPr/>
          <p:nvPr/>
        </p:nvGrpSpPr>
        <p:grpSpPr>
          <a:xfrm>
            <a:off x="0" y="0"/>
            <a:ext cx="9144000" cy="609600"/>
            <a:chOff x="0" y="2448"/>
            <a:chExt cx="5760" cy="384"/>
          </a:xfrm>
        </p:grpSpPr>
        <p:sp>
          <p:nvSpPr>
            <p:cNvPr id="2059" name="Google Shape;2059;p115"/>
            <p:cNvSpPr txBox="1"/>
            <p:nvPr/>
          </p:nvSpPr>
          <p:spPr>
            <a:xfrm>
              <a:off x="0" y="2448"/>
              <a:ext cx="5760" cy="384"/>
            </a:xfrm>
            <a:prstGeom prst="rect">
              <a:avLst/>
            </a:prstGeom>
            <a:solidFill>
              <a:srgbClr val="2CB843"/>
            </a:solidFill>
            <a:ln w="9525"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60" name="Google Shape;2060;p115"/>
            <p:cNvSpPr txBox="1"/>
            <p:nvPr/>
          </p:nvSpPr>
          <p:spPr>
            <a:xfrm>
              <a:off x="0" y="2448"/>
              <a:ext cx="1595" cy="365"/>
            </a:xfrm>
            <a:prstGeom prst="rect">
              <a:avLst/>
            </a:prstGeom>
            <a:solidFill>
              <a:srgbClr val="2CB84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200"/>
                <a:buFont typeface="Times New Roman"/>
                <a:buNone/>
              </a:pPr>
              <a:r>
                <a:rPr lang="en-US" sz="3200" b="1" i="0" u="none">
                  <a:solidFill>
                    <a:schemeClr val="lt1"/>
                  </a:solidFill>
                  <a:latin typeface="Times New Roman"/>
                  <a:ea typeface="Times New Roman"/>
                  <a:cs typeface="Times New Roman"/>
                  <a:sym typeface="Times New Roman"/>
                </a:rPr>
                <a:t>Example 15.6</a:t>
              </a:r>
              <a:endParaRPr/>
            </a:p>
          </p:txBody>
        </p:sp>
      </p:gr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2065"/>
        <p:cNvGrpSpPr/>
        <p:nvPr/>
      </p:nvGrpSpPr>
      <p:grpSpPr>
        <a:xfrm>
          <a:off x="0" y="0"/>
          <a:ext cx="0" cy="0"/>
          <a:chOff x="0" y="0"/>
          <a:chExt cx="0" cy="0"/>
        </a:xfrm>
      </p:grpSpPr>
      <p:sp>
        <p:nvSpPr>
          <p:cNvPr id="2066" name="Google Shape;2066;p116"/>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067" name="Google Shape;2067;p116"/>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116</a:t>
            </a:fld>
            <a:endParaRPr/>
          </a:p>
        </p:txBody>
      </p:sp>
      <p:sp>
        <p:nvSpPr>
          <p:cNvPr id="2068" name="Google Shape;2068;p116"/>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15.49</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Example 15.6</a:t>
            </a:r>
            <a:endParaRPr/>
          </a:p>
        </p:txBody>
      </p:sp>
      <p:sp>
        <p:nvSpPr>
          <p:cNvPr id="2069" name="Google Shape;2069;p116"/>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70" name="Google Shape;2070;p11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71" name="Google Shape;2071;p116"/>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72" name="Google Shape;2072;p11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73" name="Google Shape;2073;p11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74" name="Google Shape;2074;p116"/>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75" name="Google Shape;2075;p11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2076" name="Google Shape;2076;p116"/>
          <p:cNvPicPr preferRelativeResize="0"/>
          <p:nvPr/>
        </p:nvPicPr>
        <p:blipFill rotWithShape="1">
          <a:blip r:embed="rId3">
            <a:alphaModFix/>
          </a:blip>
          <a:srcRect/>
          <a:stretch/>
        </p:blipFill>
        <p:spPr>
          <a:xfrm>
            <a:off x="457200" y="2030412"/>
            <a:ext cx="7897812" cy="2541587"/>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2081"/>
        <p:cNvGrpSpPr/>
        <p:nvPr/>
      </p:nvGrpSpPr>
      <p:grpSpPr>
        <a:xfrm>
          <a:off x="0" y="0"/>
          <a:ext cx="0" cy="0"/>
          <a:chOff x="0" y="0"/>
          <a:chExt cx="0" cy="0"/>
        </a:xfrm>
      </p:grpSpPr>
      <p:sp>
        <p:nvSpPr>
          <p:cNvPr id="2082" name="Google Shape;2082;p117"/>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083" name="Google Shape;2083;p117"/>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117</a:t>
            </a:fld>
            <a:endParaRPr/>
          </a:p>
        </p:txBody>
      </p:sp>
      <p:sp>
        <p:nvSpPr>
          <p:cNvPr id="2084" name="Google Shape;2084;p117"/>
          <p:cNvSpPr txBox="1"/>
          <p:nvPr/>
        </p:nvSpPr>
        <p:spPr>
          <a:xfrm>
            <a:off x="76200" y="696912"/>
            <a:ext cx="8867775" cy="48387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Arimo"/>
              <a:buNone/>
            </a:pPr>
            <a:r>
              <a:rPr lang="en-US" sz="2400" b="1" i="0" u="none">
                <a:solidFill>
                  <a:schemeClr val="dk1"/>
                </a:solidFill>
                <a:latin typeface="Arimo"/>
                <a:ea typeface="Arimo"/>
                <a:cs typeface="Arimo"/>
                <a:sym typeface="Arimo"/>
              </a:rPr>
              <a:t>Figure 15.50 shows how a duplicate segment can be detected with a combination of ACK and SACK. In this case, we have some out-of-order segments (in one block) and one duplicate segment. To show both out-of-order and duplicate data, SACK uses the first block, in this case, to show the duplicate data and other blocks to show out-of-order data. Note that only the first block can be used for duplicate data. The natural question is how the sender, when it receives these ACK and SACK values, knows that the first block is for duplicate data (compare this example with the previous example). The answer is that the bytes in the first block are already acknowledged in the ACK field; therefore, this block must be a duplicate.</a:t>
            </a:r>
            <a:endParaRPr/>
          </a:p>
        </p:txBody>
      </p:sp>
      <p:grpSp>
        <p:nvGrpSpPr>
          <p:cNvPr id="2085" name="Google Shape;2085;p117"/>
          <p:cNvGrpSpPr/>
          <p:nvPr/>
        </p:nvGrpSpPr>
        <p:grpSpPr>
          <a:xfrm>
            <a:off x="0" y="0"/>
            <a:ext cx="9144000" cy="609600"/>
            <a:chOff x="0" y="2448"/>
            <a:chExt cx="5760" cy="384"/>
          </a:xfrm>
        </p:grpSpPr>
        <p:sp>
          <p:nvSpPr>
            <p:cNvPr id="2086" name="Google Shape;2086;p117"/>
            <p:cNvSpPr txBox="1"/>
            <p:nvPr/>
          </p:nvSpPr>
          <p:spPr>
            <a:xfrm>
              <a:off x="0" y="2448"/>
              <a:ext cx="5760" cy="384"/>
            </a:xfrm>
            <a:prstGeom prst="rect">
              <a:avLst/>
            </a:prstGeom>
            <a:solidFill>
              <a:srgbClr val="2CB843"/>
            </a:solidFill>
            <a:ln w="9525"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87" name="Google Shape;2087;p117"/>
            <p:cNvSpPr txBox="1"/>
            <p:nvPr/>
          </p:nvSpPr>
          <p:spPr>
            <a:xfrm>
              <a:off x="0" y="2448"/>
              <a:ext cx="1595" cy="365"/>
            </a:xfrm>
            <a:prstGeom prst="rect">
              <a:avLst/>
            </a:prstGeom>
            <a:solidFill>
              <a:srgbClr val="2CB84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200"/>
                <a:buFont typeface="Times New Roman"/>
                <a:buNone/>
              </a:pPr>
              <a:r>
                <a:rPr lang="en-US" sz="3200" b="1" i="0" u="none">
                  <a:solidFill>
                    <a:schemeClr val="lt1"/>
                  </a:solidFill>
                  <a:latin typeface="Times New Roman"/>
                  <a:ea typeface="Times New Roman"/>
                  <a:cs typeface="Times New Roman"/>
                  <a:sym typeface="Times New Roman"/>
                </a:rPr>
                <a:t>Example 15.7</a:t>
              </a:r>
              <a:endParaRPr/>
            </a:p>
          </p:txBody>
        </p: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2092"/>
        <p:cNvGrpSpPr/>
        <p:nvPr/>
      </p:nvGrpSpPr>
      <p:grpSpPr>
        <a:xfrm>
          <a:off x="0" y="0"/>
          <a:ext cx="0" cy="0"/>
          <a:chOff x="0" y="0"/>
          <a:chExt cx="0" cy="0"/>
        </a:xfrm>
      </p:grpSpPr>
      <p:sp>
        <p:nvSpPr>
          <p:cNvPr id="2093" name="Google Shape;2093;p118"/>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094" name="Google Shape;2094;p118"/>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118</a:t>
            </a:fld>
            <a:endParaRPr/>
          </a:p>
        </p:txBody>
      </p:sp>
      <p:sp>
        <p:nvSpPr>
          <p:cNvPr id="2095" name="Google Shape;2095;p118"/>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15.50</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Example 15.7</a:t>
            </a:r>
            <a:endParaRPr/>
          </a:p>
        </p:txBody>
      </p:sp>
      <p:sp>
        <p:nvSpPr>
          <p:cNvPr id="2096" name="Google Shape;2096;p118"/>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97" name="Google Shape;2097;p11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98" name="Google Shape;2098;p118"/>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099" name="Google Shape;2099;p11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00" name="Google Shape;2100;p11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01" name="Google Shape;2101;p118"/>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02" name="Google Shape;2102;p11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2103" name="Google Shape;2103;p118"/>
          <p:cNvPicPr preferRelativeResize="0"/>
          <p:nvPr/>
        </p:nvPicPr>
        <p:blipFill rotWithShape="1">
          <a:blip r:embed="rId3">
            <a:alphaModFix/>
          </a:blip>
          <a:srcRect/>
          <a:stretch/>
        </p:blipFill>
        <p:spPr>
          <a:xfrm>
            <a:off x="533400" y="1717675"/>
            <a:ext cx="7907337" cy="3165475"/>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2108"/>
        <p:cNvGrpSpPr/>
        <p:nvPr/>
      </p:nvGrpSpPr>
      <p:grpSpPr>
        <a:xfrm>
          <a:off x="0" y="0"/>
          <a:ext cx="0" cy="0"/>
          <a:chOff x="0" y="0"/>
          <a:chExt cx="0" cy="0"/>
        </a:xfrm>
      </p:grpSpPr>
      <p:sp>
        <p:nvSpPr>
          <p:cNvPr id="2109" name="Google Shape;2109;p119"/>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110" name="Google Shape;2110;p119"/>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119</a:t>
            </a:fld>
            <a:endParaRPr/>
          </a:p>
        </p:txBody>
      </p:sp>
      <p:sp>
        <p:nvSpPr>
          <p:cNvPr id="2111" name="Google Shape;2111;p119"/>
          <p:cNvSpPr txBox="1"/>
          <p:nvPr/>
        </p:nvSpPr>
        <p:spPr>
          <a:xfrm>
            <a:off x="76200" y="696912"/>
            <a:ext cx="8848725" cy="374332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Arimo"/>
              <a:buNone/>
            </a:pPr>
            <a:r>
              <a:rPr lang="en-US" sz="2400" b="1" i="0" u="none">
                <a:solidFill>
                  <a:schemeClr val="dk1"/>
                </a:solidFill>
                <a:latin typeface="Arimo"/>
                <a:ea typeface="Arimo"/>
                <a:cs typeface="Arimo"/>
                <a:sym typeface="Arimo"/>
              </a:rPr>
              <a:t>Figure 15.51 shows what happens if one of the segments in the out-of-order section is also duplicated. In this example, one of the segments (4001:5000) is duplicated.</a:t>
            </a:r>
            <a:endParaRPr/>
          </a:p>
          <a:p>
            <a:pPr marL="0" marR="0" lvl="0" indent="0" algn="just" rtl="0">
              <a:lnSpc>
                <a:spcPct val="100000"/>
              </a:lnSpc>
              <a:spcBef>
                <a:spcPts val="0"/>
              </a:spcBef>
              <a:spcAft>
                <a:spcPts val="0"/>
              </a:spcAft>
              <a:buClr>
                <a:schemeClr val="dk1"/>
              </a:buClr>
              <a:buSzPts val="2400"/>
              <a:buFont typeface="Tahoma"/>
              <a:buNone/>
            </a:pPr>
            <a:endParaRPr sz="2400" b="1" i="0" u="none">
              <a:solidFill>
                <a:schemeClr val="dk1"/>
              </a:solidFill>
              <a:latin typeface="Arimo"/>
              <a:ea typeface="Arimo"/>
              <a:cs typeface="Arimo"/>
              <a:sym typeface="Arimo"/>
            </a:endParaRPr>
          </a:p>
          <a:p>
            <a:pPr marL="0" marR="0" lvl="0" indent="0" algn="just" rtl="0">
              <a:lnSpc>
                <a:spcPct val="100000"/>
              </a:lnSpc>
              <a:spcBef>
                <a:spcPts val="0"/>
              </a:spcBef>
              <a:spcAft>
                <a:spcPts val="0"/>
              </a:spcAft>
              <a:buClr>
                <a:schemeClr val="dk1"/>
              </a:buClr>
              <a:buSzPts val="2400"/>
              <a:buFont typeface="Arimo"/>
              <a:buNone/>
            </a:pPr>
            <a:r>
              <a:rPr lang="en-US" sz="2400" b="1" i="0" u="none">
                <a:solidFill>
                  <a:schemeClr val="dk1"/>
                </a:solidFill>
                <a:latin typeface="Arimo"/>
                <a:ea typeface="Arimo"/>
                <a:cs typeface="Arimo"/>
                <a:sym typeface="Arimo"/>
              </a:rPr>
              <a:t>The SACK option announces this duplicate data first and then the out-of-order block. This time, however, the duplicated block is not yet acknowledged by ACK, but because it is part of the out-of-order block (4001:5000 is part of 4001:6000), it is understood by the sender that it defines the duplicate data.</a:t>
            </a:r>
            <a:endParaRPr/>
          </a:p>
        </p:txBody>
      </p:sp>
      <p:grpSp>
        <p:nvGrpSpPr>
          <p:cNvPr id="2112" name="Google Shape;2112;p119"/>
          <p:cNvGrpSpPr/>
          <p:nvPr/>
        </p:nvGrpSpPr>
        <p:grpSpPr>
          <a:xfrm>
            <a:off x="0" y="0"/>
            <a:ext cx="9144000" cy="609600"/>
            <a:chOff x="0" y="2448"/>
            <a:chExt cx="5760" cy="384"/>
          </a:xfrm>
        </p:grpSpPr>
        <p:sp>
          <p:nvSpPr>
            <p:cNvPr id="2113" name="Google Shape;2113;p119"/>
            <p:cNvSpPr txBox="1"/>
            <p:nvPr/>
          </p:nvSpPr>
          <p:spPr>
            <a:xfrm>
              <a:off x="0" y="2448"/>
              <a:ext cx="5760" cy="384"/>
            </a:xfrm>
            <a:prstGeom prst="rect">
              <a:avLst/>
            </a:prstGeom>
            <a:solidFill>
              <a:srgbClr val="2CB843"/>
            </a:solidFill>
            <a:ln w="9525"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14" name="Google Shape;2114;p119"/>
            <p:cNvSpPr txBox="1"/>
            <p:nvPr/>
          </p:nvSpPr>
          <p:spPr>
            <a:xfrm>
              <a:off x="0" y="2448"/>
              <a:ext cx="1595" cy="365"/>
            </a:xfrm>
            <a:prstGeom prst="rect">
              <a:avLst/>
            </a:prstGeom>
            <a:solidFill>
              <a:srgbClr val="2CB84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200"/>
                <a:buFont typeface="Times New Roman"/>
                <a:buNone/>
              </a:pPr>
              <a:r>
                <a:rPr lang="en-US" sz="3200" b="1" i="0" u="none">
                  <a:solidFill>
                    <a:schemeClr val="lt1"/>
                  </a:solidFill>
                  <a:latin typeface="Times New Roman"/>
                  <a:ea typeface="Times New Roman"/>
                  <a:cs typeface="Times New Roman"/>
                  <a:sym typeface="Times New Roman"/>
                </a:rPr>
                <a:t>Example 15.8</a:t>
              </a:r>
              <a:endParaRPr/>
            </a:p>
          </p:txBody>
        </p:sp>
      </p:gr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2119"/>
        <p:cNvGrpSpPr/>
        <p:nvPr/>
      </p:nvGrpSpPr>
      <p:grpSpPr>
        <a:xfrm>
          <a:off x="0" y="0"/>
          <a:ext cx="0" cy="0"/>
          <a:chOff x="0" y="0"/>
          <a:chExt cx="0" cy="0"/>
        </a:xfrm>
      </p:grpSpPr>
      <p:sp>
        <p:nvSpPr>
          <p:cNvPr id="2120" name="Google Shape;2120;p120"/>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121" name="Google Shape;2121;p120"/>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120</a:t>
            </a:fld>
            <a:endParaRPr/>
          </a:p>
        </p:txBody>
      </p:sp>
      <p:sp>
        <p:nvSpPr>
          <p:cNvPr id="2122" name="Google Shape;2122;p120"/>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15.51</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Example 15.8</a:t>
            </a:r>
            <a:endParaRPr/>
          </a:p>
        </p:txBody>
      </p:sp>
      <p:sp>
        <p:nvSpPr>
          <p:cNvPr id="2123" name="Google Shape;2123;p120"/>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24" name="Google Shape;2124;p12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25" name="Google Shape;2125;p120"/>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26" name="Google Shape;2126;p12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27" name="Google Shape;2127;p12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28" name="Google Shape;2128;p120"/>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29" name="Google Shape;2129;p12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2130" name="Google Shape;2130;p120"/>
          <p:cNvPicPr preferRelativeResize="0"/>
          <p:nvPr/>
        </p:nvPicPr>
        <p:blipFill rotWithShape="1">
          <a:blip r:embed="rId3">
            <a:alphaModFix/>
          </a:blip>
          <a:srcRect/>
          <a:stretch/>
        </p:blipFill>
        <p:spPr>
          <a:xfrm>
            <a:off x="533400" y="2033587"/>
            <a:ext cx="7970837" cy="2995612"/>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2135"/>
        <p:cNvGrpSpPr/>
        <p:nvPr/>
      </p:nvGrpSpPr>
      <p:grpSpPr>
        <a:xfrm>
          <a:off x="0" y="0"/>
          <a:ext cx="0" cy="0"/>
          <a:chOff x="0" y="0"/>
          <a:chExt cx="0" cy="0"/>
        </a:xfrm>
      </p:grpSpPr>
      <p:sp>
        <p:nvSpPr>
          <p:cNvPr id="2136" name="Google Shape;2136;p121"/>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137" name="Google Shape;2137;p121"/>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121</a:t>
            </a:fld>
            <a:endParaRPr/>
          </a:p>
        </p:txBody>
      </p:sp>
      <p:sp>
        <p:nvSpPr>
          <p:cNvPr id="2138" name="Google Shape;2138;p121"/>
          <p:cNvSpPr txBox="1"/>
          <p:nvPr/>
        </p:nvSpPr>
        <p:spPr>
          <a:xfrm>
            <a:off x="0" y="0"/>
            <a:ext cx="9144000" cy="1371600"/>
          </a:xfrm>
          <a:prstGeom prst="rect">
            <a:avLst/>
          </a:prstGeom>
          <a:solidFill>
            <a:srgbClr val="33CC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39" name="Google Shape;2139;p121"/>
          <p:cNvSpPr txBox="1"/>
          <p:nvPr/>
        </p:nvSpPr>
        <p:spPr>
          <a:xfrm>
            <a:off x="228600" y="355600"/>
            <a:ext cx="4803775" cy="650875"/>
          </a:xfrm>
          <a:prstGeom prst="rect">
            <a:avLst/>
          </a:prstGeom>
          <a:solidFill>
            <a:schemeClr val="folHlink"/>
          </a:solidFill>
          <a:ln w="9525" cap="flat" cmpd="sng">
            <a:solidFill>
              <a:schemeClr val="folHlink"/>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600"/>
              <a:buFont typeface="Times"/>
              <a:buNone/>
            </a:pPr>
            <a:r>
              <a:rPr lang="en-US" sz="3600" b="1" i="0" u="none">
                <a:solidFill>
                  <a:schemeClr val="lt1"/>
                </a:solidFill>
                <a:latin typeface="Times"/>
                <a:ea typeface="Times"/>
                <a:cs typeface="Times"/>
                <a:sym typeface="Times"/>
              </a:rPr>
              <a:t>15-12  TCP PACKAGE</a:t>
            </a:r>
            <a:endParaRPr/>
          </a:p>
        </p:txBody>
      </p:sp>
      <p:sp>
        <p:nvSpPr>
          <p:cNvPr id="2140" name="Google Shape;2140;p121"/>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41" name="Google Shape;2141;p121"/>
          <p:cNvSpPr txBox="1"/>
          <p:nvPr/>
        </p:nvSpPr>
        <p:spPr>
          <a:xfrm>
            <a:off x="152400" y="1524000"/>
            <a:ext cx="8877300" cy="47894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mo"/>
              <a:buNone/>
            </a:pPr>
            <a:r>
              <a:rPr lang="en-US" sz="2800" b="1" i="0" u="none">
                <a:solidFill>
                  <a:schemeClr val="dk1"/>
                </a:solidFill>
                <a:latin typeface="Arimo"/>
                <a:ea typeface="Arimo"/>
                <a:cs typeface="Arimo"/>
                <a:sym typeface="Arimo"/>
              </a:rPr>
              <a:t>The TCP header can have up to 40 bytes of optional information. Options convey additional information to the destination or align other options. We can define two categories of options: 1-byte options and multiple-byte options. The first category contains two types of options: end of option list and no operation. The second category, in most implementations, contains five types of options: maximum segment size, window scale factor, timestamp, SACK-permitted, and SACK (see Figure 15.41).</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gradFill>
          <a:gsLst>
            <a:gs pos="0">
              <a:srgbClr val="FFFF99"/>
            </a:gs>
            <a:gs pos="100000">
              <a:srgbClr val="767647"/>
            </a:gs>
          </a:gsLst>
          <a:lin ang="0" scaled="0"/>
        </a:gradFill>
        <a:effectLst/>
      </p:bgPr>
    </p:bg>
    <p:spTree>
      <p:nvGrpSpPr>
        <p:cNvPr id="1" name="Shape 2146"/>
        <p:cNvGrpSpPr/>
        <p:nvPr/>
      </p:nvGrpSpPr>
      <p:grpSpPr>
        <a:xfrm>
          <a:off x="0" y="0"/>
          <a:ext cx="0" cy="0"/>
          <a:chOff x="0" y="0"/>
          <a:chExt cx="0" cy="0"/>
        </a:xfrm>
      </p:grpSpPr>
      <p:sp>
        <p:nvSpPr>
          <p:cNvPr id="2147" name="Google Shape;2147;p122"/>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148" name="Google Shape;2148;p122"/>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122</a:t>
            </a:fld>
            <a:endParaRPr/>
          </a:p>
        </p:txBody>
      </p:sp>
      <p:sp>
        <p:nvSpPr>
          <p:cNvPr id="2149" name="Google Shape;2149;p122"/>
          <p:cNvSpPr txBox="1"/>
          <p:nvPr/>
        </p:nvSpPr>
        <p:spPr>
          <a:xfrm>
            <a:off x="228600" y="152400"/>
            <a:ext cx="5468937" cy="579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3200"/>
              <a:buFont typeface="Times"/>
              <a:buNone/>
            </a:pPr>
            <a:r>
              <a:rPr lang="en-US" sz="3200" b="1" i="1" u="none">
                <a:solidFill>
                  <a:schemeClr val="hlink"/>
                </a:solidFill>
                <a:latin typeface="Times"/>
                <a:ea typeface="Times"/>
                <a:cs typeface="Times"/>
                <a:sym typeface="Times"/>
              </a:rPr>
              <a:t>Topics Discussed in the Section</a:t>
            </a:r>
            <a:endParaRPr/>
          </a:p>
        </p:txBody>
      </p:sp>
      <p:sp>
        <p:nvSpPr>
          <p:cNvPr id="2150" name="Google Shape;2150;p122"/>
          <p:cNvSpPr txBox="1"/>
          <p:nvPr/>
        </p:nvSpPr>
        <p:spPr>
          <a:xfrm>
            <a:off x="8229600" y="64008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51" name="Google Shape;2151;p122"/>
          <p:cNvSpPr txBox="1"/>
          <p:nvPr/>
        </p:nvSpPr>
        <p:spPr>
          <a:xfrm>
            <a:off x="304800" y="989012"/>
            <a:ext cx="8382000" cy="2570162"/>
          </a:xfrm>
          <a:prstGeom prst="rect">
            <a:avLst/>
          </a:prstGeom>
          <a:noFill/>
          <a:ln>
            <a:noFill/>
          </a:ln>
        </p:spPr>
        <p:txBody>
          <a:bodyPr spcFirstLastPara="1" wrap="square" lIns="91425" tIns="45700" rIns="91425" bIns="45700" anchor="t" anchorCtr="0">
            <a:spAutoFit/>
          </a:bodyPr>
          <a:lstStyle/>
          <a:p>
            <a:pPr marL="0" marR="0" lvl="0" indent="-208025" algn="l" rtl="0">
              <a:lnSpc>
                <a:spcPct val="100000"/>
              </a:lnSpc>
              <a:spcBef>
                <a:spcPts val="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Transmission Control Block TCBs</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Timers</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Main Module</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Input Processing Module</a:t>
            </a:r>
            <a:endParaRPr/>
          </a:p>
          <a:p>
            <a:pPr marL="0" marR="0" lvl="0" indent="-208025" algn="l" rtl="0">
              <a:lnSpc>
                <a:spcPct val="100000"/>
              </a:lnSpc>
              <a:spcBef>
                <a:spcPts val="560"/>
              </a:spcBef>
              <a:spcAft>
                <a:spcPts val="0"/>
              </a:spcAft>
              <a:buClr>
                <a:schemeClr val="dk1"/>
              </a:buClr>
              <a:buSzPts val="3276"/>
              <a:buFont typeface="Noto Sans Symbols"/>
              <a:buChar char="✔"/>
            </a:pPr>
            <a:r>
              <a:rPr lang="en-US" sz="2800" b="1" i="0" u="none">
                <a:solidFill>
                  <a:srgbClr val="0033CC"/>
                </a:solidFill>
                <a:latin typeface="Times New Roman"/>
                <a:ea typeface="Times New Roman"/>
                <a:cs typeface="Times New Roman"/>
                <a:sym typeface="Times New Roman"/>
              </a:rPr>
              <a:t> Output Processing Module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51"/>
                                        </p:tgtEl>
                                        <p:attrNameLst>
                                          <p:attrName>style.visibility</p:attrName>
                                        </p:attrNameLst>
                                      </p:cBhvr>
                                      <p:to>
                                        <p:strVal val="visible"/>
                                      </p:to>
                                    </p:set>
                                    <p:animEffect transition="in" filter="fade">
                                      <p:cBhvr>
                                        <p:cTn id="7" dur="5000"/>
                                        <p:tgtEl>
                                          <p:spTgt spid="2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2156"/>
        <p:cNvGrpSpPr/>
        <p:nvPr/>
      </p:nvGrpSpPr>
      <p:grpSpPr>
        <a:xfrm>
          <a:off x="0" y="0"/>
          <a:ext cx="0" cy="0"/>
          <a:chOff x="0" y="0"/>
          <a:chExt cx="0" cy="0"/>
        </a:xfrm>
      </p:grpSpPr>
      <p:sp>
        <p:nvSpPr>
          <p:cNvPr id="2157" name="Google Shape;2157;p123"/>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158" name="Google Shape;2158;p123"/>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123</a:t>
            </a:fld>
            <a:endParaRPr/>
          </a:p>
        </p:txBody>
      </p:sp>
      <p:sp>
        <p:nvSpPr>
          <p:cNvPr id="2159" name="Google Shape;2159;p123"/>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15.52</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TCBs</a:t>
            </a:r>
            <a:endParaRPr/>
          </a:p>
        </p:txBody>
      </p:sp>
      <p:sp>
        <p:nvSpPr>
          <p:cNvPr id="2160" name="Google Shape;2160;p123"/>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61" name="Google Shape;2161;p12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62" name="Google Shape;2162;p123"/>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63" name="Google Shape;2163;p12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64" name="Google Shape;2164;p12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65" name="Google Shape;2165;p123"/>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66" name="Google Shape;2166;p12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2167" name="Google Shape;2167;p123"/>
          <p:cNvPicPr preferRelativeResize="0"/>
          <p:nvPr/>
        </p:nvPicPr>
        <p:blipFill rotWithShape="1">
          <a:blip r:embed="rId3">
            <a:alphaModFix/>
          </a:blip>
          <a:srcRect/>
          <a:stretch/>
        </p:blipFill>
        <p:spPr>
          <a:xfrm>
            <a:off x="496887" y="1176337"/>
            <a:ext cx="7961312" cy="4386262"/>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2172"/>
        <p:cNvGrpSpPr/>
        <p:nvPr/>
      </p:nvGrpSpPr>
      <p:grpSpPr>
        <a:xfrm>
          <a:off x="0" y="0"/>
          <a:ext cx="0" cy="0"/>
          <a:chOff x="0" y="0"/>
          <a:chExt cx="0" cy="0"/>
        </a:xfrm>
      </p:grpSpPr>
      <p:sp>
        <p:nvSpPr>
          <p:cNvPr id="2173" name="Google Shape;2173;p124"/>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174" name="Google Shape;2174;p124"/>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124</a:t>
            </a:fld>
            <a:endParaRPr/>
          </a:p>
        </p:txBody>
      </p:sp>
      <p:sp>
        <p:nvSpPr>
          <p:cNvPr id="2175" name="Google Shape;2175;p124"/>
          <p:cNvSpPr txBox="1"/>
          <p:nvPr/>
        </p:nvSpPr>
        <p:spPr>
          <a:xfrm>
            <a:off x="990600" y="90487"/>
            <a:ext cx="57150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1800"/>
              <a:buFont typeface="Times New Roman"/>
              <a:buNone/>
            </a:pPr>
            <a:r>
              <a:rPr lang="en-US" sz="1800" b="1" i="0" u="none">
                <a:solidFill>
                  <a:srgbClr val="0000FF"/>
                </a:solidFill>
                <a:latin typeface="Times New Roman"/>
                <a:ea typeface="Times New Roman"/>
                <a:cs typeface="Times New Roman"/>
                <a:sym typeface="Times New Roman"/>
              </a:rPr>
              <a:t>Figure 15.53</a:t>
            </a:r>
            <a:r>
              <a:rPr lang="en-US" sz="1800" b="1" i="0" u="none">
                <a:solidFill>
                  <a:schemeClr val="accent2"/>
                </a:solidFill>
                <a:latin typeface="Times New Roman"/>
                <a:ea typeface="Times New Roman"/>
                <a:cs typeface="Times New Roman"/>
                <a:sym typeface="Times New Roman"/>
              </a:rPr>
              <a:t>    </a:t>
            </a:r>
            <a:r>
              <a:rPr lang="en-US" sz="1800" b="1" i="1" u="none">
                <a:solidFill>
                  <a:schemeClr val="dk1"/>
                </a:solidFill>
                <a:latin typeface="Times New Roman"/>
                <a:ea typeface="Times New Roman"/>
                <a:cs typeface="Times New Roman"/>
                <a:sym typeface="Times New Roman"/>
              </a:rPr>
              <a:t>TCP/IP protocol suite</a:t>
            </a:r>
            <a:endParaRPr/>
          </a:p>
        </p:txBody>
      </p:sp>
      <p:sp>
        <p:nvSpPr>
          <p:cNvPr id="2176" name="Google Shape;2176;p124"/>
          <p:cNvSpPr txBox="1"/>
          <p:nvPr/>
        </p:nvSpPr>
        <p:spPr>
          <a:xfrm>
            <a:off x="366712" y="107950"/>
            <a:ext cx="438150" cy="47466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77" name="Google Shape;2177;p12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78" name="Google Shape;2178;p124"/>
          <p:cNvSpPr txBox="1"/>
          <p:nvPr/>
        </p:nvSpPr>
        <p:spPr>
          <a:xfrm>
            <a:off x="490537" y="530225"/>
            <a:ext cx="422275" cy="47466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79" name="Google Shape;2179;p12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80" name="Google Shape;2180;p12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81" name="Google Shape;2181;p124"/>
          <p:cNvSpPr txBox="1"/>
          <p:nvPr/>
        </p:nvSpPr>
        <p:spPr>
          <a:xfrm>
            <a:off x="711200" y="0"/>
            <a:ext cx="31750" cy="1052512"/>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82" name="Google Shape;2182;p12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pic>
        <p:nvPicPr>
          <p:cNvPr id="2183" name="Google Shape;2183;p124"/>
          <p:cNvPicPr preferRelativeResize="0"/>
          <p:nvPr/>
        </p:nvPicPr>
        <p:blipFill rotWithShape="1">
          <a:blip r:embed="rId3">
            <a:alphaModFix/>
          </a:blip>
          <a:srcRect/>
          <a:stretch/>
        </p:blipFill>
        <p:spPr>
          <a:xfrm>
            <a:off x="271462" y="3068637"/>
            <a:ext cx="8262937" cy="969962"/>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2188"/>
        <p:cNvGrpSpPr/>
        <p:nvPr/>
      </p:nvGrpSpPr>
      <p:grpSpPr>
        <a:xfrm>
          <a:off x="0" y="0"/>
          <a:ext cx="0" cy="0"/>
          <a:chOff x="0" y="0"/>
          <a:chExt cx="0" cy="0"/>
        </a:xfrm>
      </p:grpSpPr>
      <p:sp>
        <p:nvSpPr>
          <p:cNvPr id="2189" name="Google Shape;2189;p125"/>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190" name="Google Shape;2190;p125"/>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125</a:t>
            </a:fld>
            <a:endParaRPr/>
          </a:p>
        </p:txBody>
      </p:sp>
      <p:grpSp>
        <p:nvGrpSpPr>
          <p:cNvPr id="2191" name="Google Shape;2191;p125"/>
          <p:cNvGrpSpPr/>
          <p:nvPr/>
        </p:nvGrpSpPr>
        <p:grpSpPr>
          <a:xfrm>
            <a:off x="228600" y="228600"/>
            <a:ext cx="8458200" cy="5791200"/>
            <a:chOff x="144" y="144"/>
            <a:chExt cx="5328" cy="3648"/>
          </a:xfrm>
        </p:grpSpPr>
        <p:grpSp>
          <p:nvGrpSpPr>
            <p:cNvPr id="2192" name="Google Shape;2192;p125"/>
            <p:cNvGrpSpPr/>
            <p:nvPr/>
          </p:nvGrpSpPr>
          <p:grpSpPr>
            <a:xfrm>
              <a:off x="144" y="144"/>
              <a:ext cx="432" cy="3648"/>
              <a:chOff x="48" y="48"/>
              <a:chExt cx="576" cy="3984"/>
            </a:xfrm>
          </p:grpSpPr>
          <p:sp>
            <p:nvSpPr>
              <p:cNvPr id="2193" name="Google Shape;2193;p125"/>
              <p:cNvSpPr txBox="1"/>
              <p:nvPr/>
            </p:nvSpPr>
            <p:spPr>
              <a:xfrm>
                <a:off x="240"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94" name="Google Shape;2194;p125"/>
              <p:cNvSpPr txBox="1"/>
              <p:nvPr/>
            </p:nvSpPr>
            <p:spPr>
              <a:xfrm>
                <a:off x="48"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95" name="Google Shape;2195;p125"/>
              <p:cNvSpPr txBox="1"/>
              <p:nvPr/>
            </p:nvSpPr>
            <p:spPr>
              <a:xfrm>
                <a:off x="432"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196" name="Google Shape;2196;p125"/>
            <p:cNvGrpSpPr/>
            <p:nvPr/>
          </p:nvGrpSpPr>
          <p:grpSpPr>
            <a:xfrm>
              <a:off x="144" y="144"/>
              <a:ext cx="5328" cy="336"/>
              <a:chOff x="0" y="144"/>
              <a:chExt cx="5760" cy="432"/>
            </a:xfrm>
          </p:grpSpPr>
          <p:sp>
            <p:nvSpPr>
              <p:cNvPr id="2197" name="Google Shape;2197;p125"/>
              <p:cNvSpPr txBox="1"/>
              <p:nvPr/>
            </p:nvSpPr>
            <p:spPr>
              <a:xfrm>
                <a:off x="0" y="144"/>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98" name="Google Shape;2198;p125"/>
              <p:cNvSpPr txBox="1"/>
              <p:nvPr/>
            </p:nvSpPr>
            <p:spPr>
              <a:xfrm>
                <a:off x="0" y="288"/>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199" name="Google Shape;2199;p125"/>
              <p:cNvSpPr txBox="1"/>
              <p:nvPr/>
            </p:nvSpPr>
            <p:spPr>
              <a:xfrm>
                <a:off x="0" y="432"/>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200" name="Google Shape;2200;p125"/>
            <p:cNvGrpSpPr/>
            <p:nvPr/>
          </p:nvGrpSpPr>
          <p:grpSpPr>
            <a:xfrm>
              <a:off x="144" y="144"/>
              <a:ext cx="432" cy="336"/>
              <a:chOff x="144" y="144"/>
              <a:chExt cx="432" cy="336"/>
            </a:xfrm>
          </p:grpSpPr>
          <p:grpSp>
            <p:nvGrpSpPr>
              <p:cNvPr id="2201" name="Google Shape;2201;p125"/>
              <p:cNvGrpSpPr/>
              <p:nvPr/>
            </p:nvGrpSpPr>
            <p:grpSpPr>
              <a:xfrm>
                <a:off x="144" y="256"/>
                <a:ext cx="432" cy="112"/>
                <a:chOff x="288" y="256"/>
                <a:chExt cx="432" cy="112"/>
              </a:xfrm>
            </p:grpSpPr>
            <p:sp>
              <p:nvSpPr>
                <p:cNvPr id="2202" name="Google Shape;2202;p125"/>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03" name="Google Shape;2203;p125"/>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04" name="Google Shape;2204;p125"/>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205" name="Google Shape;2205;p125"/>
              <p:cNvGrpSpPr/>
              <p:nvPr/>
            </p:nvGrpSpPr>
            <p:grpSpPr>
              <a:xfrm>
                <a:off x="144" y="144"/>
                <a:ext cx="432" cy="336"/>
                <a:chOff x="144" y="144"/>
                <a:chExt cx="432" cy="336"/>
              </a:xfrm>
            </p:grpSpPr>
            <p:grpSp>
              <p:nvGrpSpPr>
                <p:cNvPr id="2206" name="Google Shape;2206;p125"/>
                <p:cNvGrpSpPr/>
                <p:nvPr/>
              </p:nvGrpSpPr>
              <p:grpSpPr>
                <a:xfrm>
                  <a:off x="144" y="144"/>
                  <a:ext cx="432" cy="112"/>
                  <a:chOff x="288" y="256"/>
                  <a:chExt cx="432" cy="112"/>
                </a:xfrm>
              </p:grpSpPr>
              <p:sp>
                <p:nvSpPr>
                  <p:cNvPr id="2207" name="Google Shape;2207;p125"/>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08" name="Google Shape;2208;p125"/>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09" name="Google Shape;2209;p125"/>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210" name="Google Shape;2210;p125"/>
                <p:cNvGrpSpPr/>
                <p:nvPr/>
              </p:nvGrpSpPr>
              <p:grpSpPr>
                <a:xfrm>
                  <a:off x="144" y="368"/>
                  <a:ext cx="432" cy="112"/>
                  <a:chOff x="288" y="256"/>
                  <a:chExt cx="432" cy="112"/>
                </a:xfrm>
              </p:grpSpPr>
              <p:sp>
                <p:nvSpPr>
                  <p:cNvPr id="2211" name="Google Shape;2211;p125"/>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12" name="Google Shape;2212;p125"/>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13" name="Google Shape;2213;p125"/>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grpSp>
      </p:grpSp>
      <p:pic>
        <p:nvPicPr>
          <p:cNvPr id="2214" name="Google Shape;2214;p125"/>
          <p:cNvPicPr preferRelativeResize="0"/>
          <p:nvPr/>
        </p:nvPicPr>
        <p:blipFill rotWithShape="1">
          <a:blip r:embed="rId3">
            <a:alphaModFix/>
          </a:blip>
          <a:srcRect/>
          <a:stretch/>
        </p:blipFill>
        <p:spPr>
          <a:xfrm>
            <a:off x="1498600" y="1135062"/>
            <a:ext cx="5969000" cy="5049837"/>
          </a:xfrm>
          <a:prstGeom prst="rect">
            <a:avLst/>
          </a:prstGeom>
          <a:noFill/>
          <a:ln>
            <a:noFill/>
          </a:ln>
        </p:spPr>
      </p:pic>
      <p:pic>
        <p:nvPicPr>
          <p:cNvPr id="2215" name="Google Shape;2215;p125"/>
          <p:cNvPicPr preferRelativeResize="0"/>
          <p:nvPr/>
        </p:nvPicPr>
        <p:blipFill rotWithShape="1">
          <a:blip r:embed="rId4">
            <a:alphaModFix/>
          </a:blip>
          <a:srcRect/>
          <a:stretch/>
        </p:blipFill>
        <p:spPr>
          <a:xfrm>
            <a:off x="1524000" y="811212"/>
            <a:ext cx="1846262" cy="336550"/>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2220"/>
        <p:cNvGrpSpPr/>
        <p:nvPr/>
      </p:nvGrpSpPr>
      <p:grpSpPr>
        <a:xfrm>
          <a:off x="0" y="0"/>
          <a:ext cx="0" cy="0"/>
          <a:chOff x="0" y="0"/>
          <a:chExt cx="0" cy="0"/>
        </a:xfrm>
      </p:grpSpPr>
      <p:sp>
        <p:nvSpPr>
          <p:cNvPr id="2221" name="Google Shape;2221;p126"/>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222" name="Google Shape;2222;p126"/>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126</a:t>
            </a:fld>
            <a:endParaRPr/>
          </a:p>
        </p:txBody>
      </p:sp>
      <p:grpSp>
        <p:nvGrpSpPr>
          <p:cNvPr id="2223" name="Google Shape;2223;p126"/>
          <p:cNvGrpSpPr/>
          <p:nvPr/>
        </p:nvGrpSpPr>
        <p:grpSpPr>
          <a:xfrm>
            <a:off x="228600" y="228600"/>
            <a:ext cx="8458200" cy="5791200"/>
            <a:chOff x="144" y="144"/>
            <a:chExt cx="5328" cy="3648"/>
          </a:xfrm>
        </p:grpSpPr>
        <p:grpSp>
          <p:nvGrpSpPr>
            <p:cNvPr id="2224" name="Google Shape;2224;p126"/>
            <p:cNvGrpSpPr/>
            <p:nvPr/>
          </p:nvGrpSpPr>
          <p:grpSpPr>
            <a:xfrm>
              <a:off x="144" y="144"/>
              <a:ext cx="432" cy="3648"/>
              <a:chOff x="48" y="48"/>
              <a:chExt cx="576" cy="3984"/>
            </a:xfrm>
          </p:grpSpPr>
          <p:sp>
            <p:nvSpPr>
              <p:cNvPr id="2225" name="Google Shape;2225;p126"/>
              <p:cNvSpPr txBox="1"/>
              <p:nvPr/>
            </p:nvSpPr>
            <p:spPr>
              <a:xfrm>
                <a:off x="240"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26" name="Google Shape;2226;p126"/>
              <p:cNvSpPr txBox="1"/>
              <p:nvPr/>
            </p:nvSpPr>
            <p:spPr>
              <a:xfrm>
                <a:off x="48"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27" name="Google Shape;2227;p126"/>
              <p:cNvSpPr txBox="1"/>
              <p:nvPr/>
            </p:nvSpPr>
            <p:spPr>
              <a:xfrm>
                <a:off x="432"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228" name="Google Shape;2228;p126"/>
            <p:cNvGrpSpPr/>
            <p:nvPr/>
          </p:nvGrpSpPr>
          <p:grpSpPr>
            <a:xfrm>
              <a:off x="144" y="144"/>
              <a:ext cx="5328" cy="336"/>
              <a:chOff x="0" y="144"/>
              <a:chExt cx="5760" cy="432"/>
            </a:xfrm>
          </p:grpSpPr>
          <p:sp>
            <p:nvSpPr>
              <p:cNvPr id="2229" name="Google Shape;2229;p126"/>
              <p:cNvSpPr txBox="1"/>
              <p:nvPr/>
            </p:nvSpPr>
            <p:spPr>
              <a:xfrm>
                <a:off x="0" y="144"/>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30" name="Google Shape;2230;p126"/>
              <p:cNvSpPr txBox="1"/>
              <p:nvPr/>
            </p:nvSpPr>
            <p:spPr>
              <a:xfrm>
                <a:off x="0" y="288"/>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31" name="Google Shape;2231;p126"/>
              <p:cNvSpPr txBox="1"/>
              <p:nvPr/>
            </p:nvSpPr>
            <p:spPr>
              <a:xfrm>
                <a:off x="0" y="432"/>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232" name="Google Shape;2232;p126"/>
            <p:cNvGrpSpPr/>
            <p:nvPr/>
          </p:nvGrpSpPr>
          <p:grpSpPr>
            <a:xfrm>
              <a:off x="144" y="144"/>
              <a:ext cx="432" cy="336"/>
              <a:chOff x="144" y="144"/>
              <a:chExt cx="432" cy="336"/>
            </a:xfrm>
          </p:grpSpPr>
          <p:grpSp>
            <p:nvGrpSpPr>
              <p:cNvPr id="2233" name="Google Shape;2233;p126"/>
              <p:cNvGrpSpPr/>
              <p:nvPr/>
            </p:nvGrpSpPr>
            <p:grpSpPr>
              <a:xfrm>
                <a:off x="144" y="256"/>
                <a:ext cx="432" cy="112"/>
                <a:chOff x="288" y="256"/>
                <a:chExt cx="432" cy="112"/>
              </a:xfrm>
            </p:grpSpPr>
            <p:sp>
              <p:nvSpPr>
                <p:cNvPr id="2234" name="Google Shape;2234;p126"/>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35" name="Google Shape;2235;p126"/>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36" name="Google Shape;2236;p126"/>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237" name="Google Shape;2237;p126"/>
              <p:cNvGrpSpPr/>
              <p:nvPr/>
            </p:nvGrpSpPr>
            <p:grpSpPr>
              <a:xfrm>
                <a:off x="144" y="144"/>
                <a:ext cx="432" cy="336"/>
                <a:chOff x="144" y="144"/>
                <a:chExt cx="432" cy="336"/>
              </a:xfrm>
            </p:grpSpPr>
            <p:grpSp>
              <p:nvGrpSpPr>
                <p:cNvPr id="2238" name="Google Shape;2238;p126"/>
                <p:cNvGrpSpPr/>
                <p:nvPr/>
              </p:nvGrpSpPr>
              <p:grpSpPr>
                <a:xfrm>
                  <a:off x="144" y="144"/>
                  <a:ext cx="432" cy="112"/>
                  <a:chOff x="288" y="256"/>
                  <a:chExt cx="432" cy="112"/>
                </a:xfrm>
              </p:grpSpPr>
              <p:sp>
                <p:nvSpPr>
                  <p:cNvPr id="2239" name="Google Shape;2239;p126"/>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40" name="Google Shape;2240;p126"/>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41" name="Google Shape;2241;p126"/>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242" name="Google Shape;2242;p126"/>
                <p:cNvGrpSpPr/>
                <p:nvPr/>
              </p:nvGrpSpPr>
              <p:grpSpPr>
                <a:xfrm>
                  <a:off x="144" y="368"/>
                  <a:ext cx="432" cy="112"/>
                  <a:chOff x="288" y="256"/>
                  <a:chExt cx="432" cy="112"/>
                </a:xfrm>
              </p:grpSpPr>
              <p:sp>
                <p:nvSpPr>
                  <p:cNvPr id="2243" name="Google Shape;2243;p126"/>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44" name="Google Shape;2244;p126"/>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45" name="Google Shape;2245;p126"/>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grpSp>
      </p:grpSp>
      <p:pic>
        <p:nvPicPr>
          <p:cNvPr id="2246" name="Google Shape;2246;p126"/>
          <p:cNvPicPr preferRelativeResize="0"/>
          <p:nvPr/>
        </p:nvPicPr>
        <p:blipFill rotWithShape="1">
          <a:blip r:embed="rId3">
            <a:alphaModFix/>
          </a:blip>
          <a:srcRect/>
          <a:stretch/>
        </p:blipFill>
        <p:spPr>
          <a:xfrm>
            <a:off x="1338262" y="1622425"/>
            <a:ext cx="7653337" cy="4292600"/>
          </a:xfrm>
          <a:prstGeom prst="rect">
            <a:avLst/>
          </a:prstGeom>
          <a:noFill/>
          <a:ln>
            <a:noFill/>
          </a:ln>
        </p:spPr>
      </p:pic>
      <p:pic>
        <p:nvPicPr>
          <p:cNvPr id="2247" name="Google Shape;2247;p126"/>
          <p:cNvPicPr preferRelativeResize="0"/>
          <p:nvPr/>
        </p:nvPicPr>
        <p:blipFill rotWithShape="1">
          <a:blip r:embed="rId4">
            <a:alphaModFix/>
          </a:blip>
          <a:srcRect/>
          <a:stretch/>
        </p:blipFill>
        <p:spPr>
          <a:xfrm>
            <a:off x="1362075" y="1162050"/>
            <a:ext cx="2587625" cy="296862"/>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2252"/>
        <p:cNvGrpSpPr/>
        <p:nvPr/>
      </p:nvGrpSpPr>
      <p:grpSpPr>
        <a:xfrm>
          <a:off x="0" y="0"/>
          <a:ext cx="0" cy="0"/>
          <a:chOff x="0" y="0"/>
          <a:chExt cx="0" cy="0"/>
        </a:xfrm>
      </p:grpSpPr>
      <p:sp>
        <p:nvSpPr>
          <p:cNvPr id="2253" name="Google Shape;2253;p127"/>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254" name="Google Shape;2254;p127"/>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127</a:t>
            </a:fld>
            <a:endParaRPr/>
          </a:p>
        </p:txBody>
      </p:sp>
      <p:grpSp>
        <p:nvGrpSpPr>
          <p:cNvPr id="2255" name="Google Shape;2255;p127"/>
          <p:cNvGrpSpPr/>
          <p:nvPr/>
        </p:nvGrpSpPr>
        <p:grpSpPr>
          <a:xfrm>
            <a:off x="228600" y="228600"/>
            <a:ext cx="8458200" cy="5791200"/>
            <a:chOff x="144" y="144"/>
            <a:chExt cx="5328" cy="3648"/>
          </a:xfrm>
        </p:grpSpPr>
        <p:grpSp>
          <p:nvGrpSpPr>
            <p:cNvPr id="2256" name="Google Shape;2256;p127"/>
            <p:cNvGrpSpPr/>
            <p:nvPr/>
          </p:nvGrpSpPr>
          <p:grpSpPr>
            <a:xfrm>
              <a:off x="144" y="144"/>
              <a:ext cx="432" cy="3648"/>
              <a:chOff x="48" y="48"/>
              <a:chExt cx="576" cy="3984"/>
            </a:xfrm>
          </p:grpSpPr>
          <p:sp>
            <p:nvSpPr>
              <p:cNvPr id="2257" name="Google Shape;2257;p127"/>
              <p:cNvSpPr txBox="1"/>
              <p:nvPr/>
            </p:nvSpPr>
            <p:spPr>
              <a:xfrm>
                <a:off x="240"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58" name="Google Shape;2258;p127"/>
              <p:cNvSpPr txBox="1"/>
              <p:nvPr/>
            </p:nvSpPr>
            <p:spPr>
              <a:xfrm>
                <a:off x="48"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59" name="Google Shape;2259;p127"/>
              <p:cNvSpPr txBox="1"/>
              <p:nvPr/>
            </p:nvSpPr>
            <p:spPr>
              <a:xfrm>
                <a:off x="432"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260" name="Google Shape;2260;p127"/>
            <p:cNvGrpSpPr/>
            <p:nvPr/>
          </p:nvGrpSpPr>
          <p:grpSpPr>
            <a:xfrm>
              <a:off x="144" y="144"/>
              <a:ext cx="5328" cy="336"/>
              <a:chOff x="0" y="144"/>
              <a:chExt cx="5760" cy="432"/>
            </a:xfrm>
          </p:grpSpPr>
          <p:sp>
            <p:nvSpPr>
              <p:cNvPr id="2261" name="Google Shape;2261;p127"/>
              <p:cNvSpPr txBox="1"/>
              <p:nvPr/>
            </p:nvSpPr>
            <p:spPr>
              <a:xfrm>
                <a:off x="0" y="144"/>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62" name="Google Shape;2262;p127"/>
              <p:cNvSpPr txBox="1"/>
              <p:nvPr/>
            </p:nvSpPr>
            <p:spPr>
              <a:xfrm>
                <a:off x="0" y="288"/>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63" name="Google Shape;2263;p127"/>
              <p:cNvSpPr txBox="1"/>
              <p:nvPr/>
            </p:nvSpPr>
            <p:spPr>
              <a:xfrm>
                <a:off x="0" y="432"/>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264" name="Google Shape;2264;p127"/>
            <p:cNvGrpSpPr/>
            <p:nvPr/>
          </p:nvGrpSpPr>
          <p:grpSpPr>
            <a:xfrm>
              <a:off x="144" y="144"/>
              <a:ext cx="432" cy="336"/>
              <a:chOff x="144" y="144"/>
              <a:chExt cx="432" cy="336"/>
            </a:xfrm>
          </p:grpSpPr>
          <p:grpSp>
            <p:nvGrpSpPr>
              <p:cNvPr id="2265" name="Google Shape;2265;p127"/>
              <p:cNvGrpSpPr/>
              <p:nvPr/>
            </p:nvGrpSpPr>
            <p:grpSpPr>
              <a:xfrm>
                <a:off x="144" y="256"/>
                <a:ext cx="432" cy="112"/>
                <a:chOff x="288" y="256"/>
                <a:chExt cx="432" cy="112"/>
              </a:xfrm>
            </p:grpSpPr>
            <p:sp>
              <p:nvSpPr>
                <p:cNvPr id="2266" name="Google Shape;2266;p127"/>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67" name="Google Shape;2267;p127"/>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68" name="Google Shape;2268;p127"/>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269" name="Google Shape;2269;p127"/>
              <p:cNvGrpSpPr/>
              <p:nvPr/>
            </p:nvGrpSpPr>
            <p:grpSpPr>
              <a:xfrm>
                <a:off x="144" y="144"/>
                <a:ext cx="432" cy="336"/>
                <a:chOff x="144" y="144"/>
                <a:chExt cx="432" cy="336"/>
              </a:xfrm>
            </p:grpSpPr>
            <p:grpSp>
              <p:nvGrpSpPr>
                <p:cNvPr id="2270" name="Google Shape;2270;p127"/>
                <p:cNvGrpSpPr/>
                <p:nvPr/>
              </p:nvGrpSpPr>
              <p:grpSpPr>
                <a:xfrm>
                  <a:off x="144" y="144"/>
                  <a:ext cx="432" cy="112"/>
                  <a:chOff x="288" y="256"/>
                  <a:chExt cx="432" cy="112"/>
                </a:xfrm>
              </p:grpSpPr>
              <p:sp>
                <p:nvSpPr>
                  <p:cNvPr id="2271" name="Google Shape;2271;p127"/>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72" name="Google Shape;2272;p127"/>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73" name="Google Shape;2273;p127"/>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274" name="Google Shape;2274;p127"/>
                <p:cNvGrpSpPr/>
                <p:nvPr/>
              </p:nvGrpSpPr>
              <p:grpSpPr>
                <a:xfrm>
                  <a:off x="144" y="368"/>
                  <a:ext cx="432" cy="112"/>
                  <a:chOff x="288" y="256"/>
                  <a:chExt cx="432" cy="112"/>
                </a:xfrm>
              </p:grpSpPr>
              <p:sp>
                <p:nvSpPr>
                  <p:cNvPr id="2275" name="Google Shape;2275;p127"/>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76" name="Google Shape;2276;p127"/>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77" name="Google Shape;2277;p127"/>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grpSp>
      </p:grpSp>
      <p:grpSp>
        <p:nvGrpSpPr>
          <p:cNvPr id="2278" name="Google Shape;2278;p127"/>
          <p:cNvGrpSpPr/>
          <p:nvPr/>
        </p:nvGrpSpPr>
        <p:grpSpPr>
          <a:xfrm>
            <a:off x="1270000" y="1354137"/>
            <a:ext cx="7308850" cy="4570412"/>
            <a:chOff x="902" y="913"/>
            <a:chExt cx="3760" cy="2351"/>
          </a:xfrm>
        </p:grpSpPr>
        <p:pic>
          <p:nvPicPr>
            <p:cNvPr id="2279" name="Google Shape;2279;p127"/>
            <p:cNvPicPr preferRelativeResize="0"/>
            <p:nvPr/>
          </p:nvPicPr>
          <p:blipFill rotWithShape="1">
            <a:blip r:embed="rId3">
              <a:alphaModFix/>
            </a:blip>
            <a:srcRect/>
            <a:stretch/>
          </p:blipFill>
          <p:spPr>
            <a:xfrm>
              <a:off x="902" y="913"/>
              <a:ext cx="3760" cy="153"/>
            </a:xfrm>
            <a:prstGeom prst="rect">
              <a:avLst/>
            </a:prstGeom>
            <a:noFill/>
            <a:ln>
              <a:noFill/>
            </a:ln>
          </p:spPr>
        </p:pic>
        <p:pic>
          <p:nvPicPr>
            <p:cNvPr id="2280" name="Google Shape;2280;p127"/>
            <p:cNvPicPr preferRelativeResize="0"/>
            <p:nvPr/>
          </p:nvPicPr>
          <p:blipFill rotWithShape="1">
            <a:blip r:embed="rId4">
              <a:alphaModFix/>
            </a:blip>
            <a:srcRect t="1913"/>
            <a:stretch/>
          </p:blipFill>
          <p:spPr>
            <a:xfrm>
              <a:off x="912" y="1052"/>
              <a:ext cx="3737" cy="2212"/>
            </a:xfrm>
            <a:prstGeom prst="rect">
              <a:avLst/>
            </a:prstGeom>
            <a:noFill/>
            <a:ln>
              <a:noFill/>
            </a:ln>
          </p:spPr>
        </p:pic>
      </p:grpSp>
      <p:pic>
        <p:nvPicPr>
          <p:cNvPr id="2281" name="Google Shape;2281;p127"/>
          <p:cNvPicPr preferRelativeResize="0"/>
          <p:nvPr/>
        </p:nvPicPr>
        <p:blipFill rotWithShape="1">
          <a:blip r:embed="rId5">
            <a:alphaModFix/>
          </a:blip>
          <a:srcRect/>
          <a:stretch/>
        </p:blipFill>
        <p:spPr>
          <a:xfrm>
            <a:off x="1350962" y="971550"/>
            <a:ext cx="2587625" cy="296862"/>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2286"/>
        <p:cNvGrpSpPr/>
        <p:nvPr/>
      </p:nvGrpSpPr>
      <p:grpSpPr>
        <a:xfrm>
          <a:off x="0" y="0"/>
          <a:ext cx="0" cy="0"/>
          <a:chOff x="0" y="0"/>
          <a:chExt cx="0" cy="0"/>
        </a:xfrm>
      </p:grpSpPr>
      <p:sp>
        <p:nvSpPr>
          <p:cNvPr id="2287" name="Google Shape;2287;p128"/>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288" name="Google Shape;2288;p128"/>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128</a:t>
            </a:fld>
            <a:endParaRPr/>
          </a:p>
        </p:txBody>
      </p:sp>
      <p:grpSp>
        <p:nvGrpSpPr>
          <p:cNvPr id="2289" name="Google Shape;2289;p128"/>
          <p:cNvGrpSpPr/>
          <p:nvPr/>
        </p:nvGrpSpPr>
        <p:grpSpPr>
          <a:xfrm>
            <a:off x="228600" y="228600"/>
            <a:ext cx="8458200" cy="5791200"/>
            <a:chOff x="144" y="144"/>
            <a:chExt cx="5328" cy="3648"/>
          </a:xfrm>
        </p:grpSpPr>
        <p:grpSp>
          <p:nvGrpSpPr>
            <p:cNvPr id="2290" name="Google Shape;2290;p128"/>
            <p:cNvGrpSpPr/>
            <p:nvPr/>
          </p:nvGrpSpPr>
          <p:grpSpPr>
            <a:xfrm>
              <a:off x="144" y="144"/>
              <a:ext cx="432" cy="3648"/>
              <a:chOff x="48" y="48"/>
              <a:chExt cx="576" cy="3984"/>
            </a:xfrm>
          </p:grpSpPr>
          <p:sp>
            <p:nvSpPr>
              <p:cNvPr id="2291" name="Google Shape;2291;p128"/>
              <p:cNvSpPr txBox="1"/>
              <p:nvPr/>
            </p:nvSpPr>
            <p:spPr>
              <a:xfrm>
                <a:off x="240"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92" name="Google Shape;2292;p128"/>
              <p:cNvSpPr txBox="1"/>
              <p:nvPr/>
            </p:nvSpPr>
            <p:spPr>
              <a:xfrm>
                <a:off x="48"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93" name="Google Shape;2293;p128"/>
              <p:cNvSpPr txBox="1"/>
              <p:nvPr/>
            </p:nvSpPr>
            <p:spPr>
              <a:xfrm>
                <a:off x="432"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294" name="Google Shape;2294;p128"/>
            <p:cNvGrpSpPr/>
            <p:nvPr/>
          </p:nvGrpSpPr>
          <p:grpSpPr>
            <a:xfrm>
              <a:off x="144" y="144"/>
              <a:ext cx="5328" cy="336"/>
              <a:chOff x="0" y="144"/>
              <a:chExt cx="5760" cy="432"/>
            </a:xfrm>
          </p:grpSpPr>
          <p:sp>
            <p:nvSpPr>
              <p:cNvPr id="2295" name="Google Shape;2295;p128"/>
              <p:cNvSpPr txBox="1"/>
              <p:nvPr/>
            </p:nvSpPr>
            <p:spPr>
              <a:xfrm>
                <a:off x="0" y="144"/>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96" name="Google Shape;2296;p128"/>
              <p:cNvSpPr txBox="1"/>
              <p:nvPr/>
            </p:nvSpPr>
            <p:spPr>
              <a:xfrm>
                <a:off x="0" y="288"/>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297" name="Google Shape;2297;p128"/>
              <p:cNvSpPr txBox="1"/>
              <p:nvPr/>
            </p:nvSpPr>
            <p:spPr>
              <a:xfrm>
                <a:off x="0" y="432"/>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298" name="Google Shape;2298;p128"/>
            <p:cNvGrpSpPr/>
            <p:nvPr/>
          </p:nvGrpSpPr>
          <p:grpSpPr>
            <a:xfrm>
              <a:off x="144" y="144"/>
              <a:ext cx="432" cy="336"/>
              <a:chOff x="144" y="144"/>
              <a:chExt cx="432" cy="336"/>
            </a:xfrm>
          </p:grpSpPr>
          <p:grpSp>
            <p:nvGrpSpPr>
              <p:cNvPr id="2299" name="Google Shape;2299;p128"/>
              <p:cNvGrpSpPr/>
              <p:nvPr/>
            </p:nvGrpSpPr>
            <p:grpSpPr>
              <a:xfrm>
                <a:off x="144" y="256"/>
                <a:ext cx="432" cy="112"/>
                <a:chOff x="288" y="256"/>
                <a:chExt cx="432" cy="112"/>
              </a:xfrm>
            </p:grpSpPr>
            <p:sp>
              <p:nvSpPr>
                <p:cNvPr id="2300" name="Google Shape;2300;p128"/>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01" name="Google Shape;2301;p128"/>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02" name="Google Shape;2302;p128"/>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303" name="Google Shape;2303;p128"/>
              <p:cNvGrpSpPr/>
              <p:nvPr/>
            </p:nvGrpSpPr>
            <p:grpSpPr>
              <a:xfrm>
                <a:off x="144" y="144"/>
                <a:ext cx="432" cy="336"/>
                <a:chOff x="144" y="144"/>
                <a:chExt cx="432" cy="336"/>
              </a:xfrm>
            </p:grpSpPr>
            <p:grpSp>
              <p:nvGrpSpPr>
                <p:cNvPr id="2304" name="Google Shape;2304;p128"/>
                <p:cNvGrpSpPr/>
                <p:nvPr/>
              </p:nvGrpSpPr>
              <p:grpSpPr>
                <a:xfrm>
                  <a:off x="144" y="144"/>
                  <a:ext cx="432" cy="112"/>
                  <a:chOff x="288" y="256"/>
                  <a:chExt cx="432" cy="112"/>
                </a:xfrm>
              </p:grpSpPr>
              <p:sp>
                <p:nvSpPr>
                  <p:cNvPr id="2305" name="Google Shape;2305;p128"/>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06" name="Google Shape;2306;p128"/>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07" name="Google Shape;2307;p128"/>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308" name="Google Shape;2308;p128"/>
                <p:cNvGrpSpPr/>
                <p:nvPr/>
              </p:nvGrpSpPr>
              <p:grpSpPr>
                <a:xfrm>
                  <a:off x="144" y="368"/>
                  <a:ext cx="432" cy="112"/>
                  <a:chOff x="288" y="256"/>
                  <a:chExt cx="432" cy="112"/>
                </a:xfrm>
              </p:grpSpPr>
              <p:sp>
                <p:nvSpPr>
                  <p:cNvPr id="2309" name="Google Shape;2309;p128"/>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10" name="Google Shape;2310;p128"/>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11" name="Google Shape;2311;p128"/>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grpSp>
      </p:grpSp>
      <p:pic>
        <p:nvPicPr>
          <p:cNvPr id="2312" name="Google Shape;2312;p128"/>
          <p:cNvPicPr preferRelativeResize="0"/>
          <p:nvPr/>
        </p:nvPicPr>
        <p:blipFill rotWithShape="1">
          <a:blip r:embed="rId3">
            <a:alphaModFix/>
          </a:blip>
          <a:srcRect/>
          <a:stretch/>
        </p:blipFill>
        <p:spPr>
          <a:xfrm>
            <a:off x="1538287" y="1212850"/>
            <a:ext cx="6688137" cy="4759325"/>
          </a:xfrm>
          <a:prstGeom prst="rect">
            <a:avLst/>
          </a:prstGeom>
          <a:noFill/>
          <a:ln>
            <a:noFill/>
          </a:ln>
        </p:spPr>
      </p:pic>
      <p:pic>
        <p:nvPicPr>
          <p:cNvPr id="2313" name="Google Shape;2313;p128"/>
          <p:cNvPicPr preferRelativeResize="0"/>
          <p:nvPr/>
        </p:nvPicPr>
        <p:blipFill rotWithShape="1">
          <a:blip r:embed="rId4">
            <a:alphaModFix/>
          </a:blip>
          <a:srcRect/>
          <a:stretch/>
        </p:blipFill>
        <p:spPr>
          <a:xfrm>
            <a:off x="1524000" y="882650"/>
            <a:ext cx="2587625" cy="296862"/>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2318"/>
        <p:cNvGrpSpPr/>
        <p:nvPr/>
      </p:nvGrpSpPr>
      <p:grpSpPr>
        <a:xfrm>
          <a:off x="0" y="0"/>
          <a:ext cx="0" cy="0"/>
          <a:chOff x="0" y="0"/>
          <a:chExt cx="0" cy="0"/>
        </a:xfrm>
      </p:grpSpPr>
      <p:sp>
        <p:nvSpPr>
          <p:cNvPr id="2319" name="Google Shape;2319;p129"/>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320" name="Google Shape;2320;p129"/>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129</a:t>
            </a:fld>
            <a:endParaRPr/>
          </a:p>
        </p:txBody>
      </p:sp>
      <p:grpSp>
        <p:nvGrpSpPr>
          <p:cNvPr id="2321" name="Google Shape;2321;p129"/>
          <p:cNvGrpSpPr/>
          <p:nvPr/>
        </p:nvGrpSpPr>
        <p:grpSpPr>
          <a:xfrm>
            <a:off x="228600" y="228600"/>
            <a:ext cx="8458200" cy="5791200"/>
            <a:chOff x="144" y="144"/>
            <a:chExt cx="5328" cy="3648"/>
          </a:xfrm>
        </p:grpSpPr>
        <p:grpSp>
          <p:nvGrpSpPr>
            <p:cNvPr id="2322" name="Google Shape;2322;p129"/>
            <p:cNvGrpSpPr/>
            <p:nvPr/>
          </p:nvGrpSpPr>
          <p:grpSpPr>
            <a:xfrm>
              <a:off x="144" y="144"/>
              <a:ext cx="432" cy="3648"/>
              <a:chOff x="48" y="48"/>
              <a:chExt cx="576" cy="3984"/>
            </a:xfrm>
          </p:grpSpPr>
          <p:sp>
            <p:nvSpPr>
              <p:cNvPr id="2323" name="Google Shape;2323;p129"/>
              <p:cNvSpPr txBox="1"/>
              <p:nvPr/>
            </p:nvSpPr>
            <p:spPr>
              <a:xfrm>
                <a:off x="240"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24" name="Google Shape;2324;p129"/>
              <p:cNvSpPr txBox="1"/>
              <p:nvPr/>
            </p:nvSpPr>
            <p:spPr>
              <a:xfrm>
                <a:off x="48"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25" name="Google Shape;2325;p129"/>
              <p:cNvSpPr txBox="1"/>
              <p:nvPr/>
            </p:nvSpPr>
            <p:spPr>
              <a:xfrm>
                <a:off x="432"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326" name="Google Shape;2326;p129"/>
            <p:cNvGrpSpPr/>
            <p:nvPr/>
          </p:nvGrpSpPr>
          <p:grpSpPr>
            <a:xfrm>
              <a:off x="144" y="144"/>
              <a:ext cx="5328" cy="336"/>
              <a:chOff x="0" y="144"/>
              <a:chExt cx="5760" cy="432"/>
            </a:xfrm>
          </p:grpSpPr>
          <p:sp>
            <p:nvSpPr>
              <p:cNvPr id="2327" name="Google Shape;2327;p129"/>
              <p:cNvSpPr txBox="1"/>
              <p:nvPr/>
            </p:nvSpPr>
            <p:spPr>
              <a:xfrm>
                <a:off x="0" y="144"/>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28" name="Google Shape;2328;p129"/>
              <p:cNvSpPr txBox="1"/>
              <p:nvPr/>
            </p:nvSpPr>
            <p:spPr>
              <a:xfrm>
                <a:off x="0" y="288"/>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29" name="Google Shape;2329;p129"/>
              <p:cNvSpPr txBox="1"/>
              <p:nvPr/>
            </p:nvSpPr>
            <p:spPr>
              <a:xfrm>
                <a:off x="0" y="432"/>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330" name="Google Shape;2330;p129"/>
            <p:cNvGrpSpPr/>
            <p:nvPr/>
          </p:nvGrpSpPr>
          <p:grpSpPr>
            <a:xfrm>
              <a:off x="144" y="144"/>
              <a:ext cx="432" cy="336"/>
              <a:chOff x="144" y="144"/>
              <a:chExt cx="432" cy="336"/>
            </a:xfrm>
          </p:grpSpPr>
          <p:grpSp>
            <p:nvGrpSpPr>
              <p:cNvPr id="2331" name="Google Shape;2331;p129"/>
              <p:cNvGrpSpPr/>
              <p:nvPr/>
            </p:nvGrpSpPr>
            <p:grpSpPr>
              <a:xfrm>
                <a:off x="144" y="256"/>
                <a:ext cx="432" cy="112"/>
                <a:chOff x="288" y="256"/>
                <a:chExt cx="432" cy="112"/>
              </a:xfrm>
            </p:grpSpPr>
            <p:sp>
              <p:nvSpPr>
                <p:cNvPr id="2332" name="Google Shape;2332;p129"/>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33" name="Google Shape;2333;p129"/>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34" name="Google Shape;2334;p129"/>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335" name="Google Shape;2335;p129"/>
              <p:cNvGrpSpPr/>
              <p:nvPr/>
            </p:nvGrpSpPr>
            <p:grpSpPr>
              <a:xfrm>
                <a:off x="144" y="144"/>
                <a:ext cx="432" cy="336"/>
                <a:chOff x="144" y="144"/>
                <a:chExt cx="432" cy="336"/>
              </a:xfrm>
            </p:grpSpPr>
            <p:grpSp>
              <p:nvGrpSpPr>
                <p:cNvPr id="2336" name="Google Shape;2336;p129"/>
                <p:cNvGrpSpPr/>
                <p:nvPr/>
              </p:nvGrpSpPr>
              <p:grpSpPr>
                <a:xfrm>
                  <a:off x="144" y="144"/>
                  <a:ext cx="432" cy="112"/>
                  <a:chOff x="288" y="256"/>
                  <a:chExt cx="432" cy="112"/>
                </a:xfrm>
              </p:grpSpPr>
              <p:sp>
                <p:nvSpPr>
                  <p:cNvPr id="2337" name="Google Shape;2337;p129"/>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38" name="Google Shape;2338;p129"/>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39" name="Google Shape;2339;p129"/>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340" name="Google Shape;2340;p129"/>
                <p:cNvGrpSpPr/>
                <p:nvPr/>
              </p:nvGrpSpPr>
              <p:grpSpPr>
                <a:xfrm>
                  <a:off x="144" y="368"/>
                  <a:ext cx="432" cy="112"/>
                  <a:chOff x="288" y="256"/>
                  <a:chExt cx="432" cy="112"/>
                </a:xfrm>
              </p:grpSpPr>
              <p:sp>
                <p:nvSpPr>
                  <p:cNvPr id="2341" name="Google Shape;2341;p129"/>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42" name="Google Shape;2342;p129"/>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43" name="Google Shape;2343;p129"/>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grpSp>
      </p:grpSp>
      <p:grpSp>
        <p:nvGrpSpPr>
          <p:cNvPr id="2344" name="Google Shape;2344;p129"/>
          <p:cNvGrpSpPr/>
          <p:nvPr/>
        </p:nvGrpSpPr>
        <p:grpSpPr>
          <a:xfrm>
            <a:off x="1285875" y="1516062"/>
            <a:ext cx="6067425" cy="4537075"/>
            <a:chOff x="810" y="955"/>
            <a:chExt cx="3750" cy="2678"/>
          </a:xfrm>
        </p:grpSpPr>
        <p:pic>
          <p:nvPicPr>
            <p:cNvPr id="2345" name="Google Shape;2345;p129"/>
            <p:cNvPicPr preferRelativeResize="0"/>
            <p:nvPr/>
          </p:nvPicPr>
          <p:blipFill rotWithShape="1">
            <a:blip r:embed="rId3">
              <a:alphaModFix/>
            </a:blip>
            <a:srcRect/>
            <a:stretch/>
          </p:blipFill>
          <p:spPr>
            <a:xfrm>
              <a:off x="810" y="955"/>
              <a:ext cx="3726" cy="436"/>
            </a:xfrm>
            <a:prstGeom prst="rect">
              <a:avLst/>
            </a:prstGeom>
            <a:noFill/>
            <a:ln>
              <a:noFill/>
            </a:ln>
          </p:spPr>
        </p:pic>
        <p:pic>
          <p:nvPicPr>
            <p:cNvPr id="2346" name="Google Shape;2346;p129"/>
            <p:cNvPicPr preferRelativeResize="0"/>
            <p:nvPr/>
          </p:nvPicPr>
          <p:blipFill rotWithShape="1">
            <a:blip r:embed="rId4">
              <a:alphaModFix/>
            </a:blip>
            <a:srcRect/>
            <a:stretch/>
          </p:blipFill>
          <p:spPr>
            <a:xfrm>
              <a:off x="823" y="1392"/>
              <a:ext cx="3737" cy="2241"/>
            </a:xfrm>
            <a:prstGeom prst="rect">
              <a:avLst/>
            </a:prstGeom>
            <a:noFill/>
            <a:ln>
              <a:noFill/>
            </a:ln>
          </p:spPr>
        </p:pic>
      </p:grpSp>
      <p:pic>
        <p:nvPicPr>
          <p:cNvPr id="2347" name="Google Shape;2347;p129"/>
          <p:cNvPicPr preferRelativeResize="0"/>
          <p:nvPr/>
        </p:nvPicPr>
        <p:blipFill rotWithShape="1">
          <a:blip r:embed="rId5">
            <a:alphaModFix/>
          </a:blip>
          <a:srcRect/>
          <a:stretch/>
        </p:blipFill>
        <p:spPr>
          <a:xfrm>
            <a:off x="1295400" y="1150937"/>
            <a:ext cx="2587625" cy="296862"/>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2352"/>
        <p:cNvGrpSpPr/>
        <p:nvPr/>
      </p:nvGrpSpPr>
      <p:grpSpPr>
        <a:xfrm>
          <a:off x="0" y="0"/>
          <a:ext cx="0" cy="0"/>
          <a:chOff x="0" y="0"/>
          <a:chExt cx="0" cy="0"/>
        </a:xfrm>
      </p:grpSpPr>
      <p:sp>
        <p:nvSpPr>
          <p:cNvPr id="2353" name="Google Shape;2353;p130"/>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354" name="Google Shape;2354;p130"/>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130</a:t>
            </a:fld>
            <a:endParaRPr/>
          </a:p>
        </p:txBody>
      </p:sp>
      <p:grpSp>
        <p:nvGrpSpPr>
          <p:cNvPr id="2355" name="Google Shape;2355;p130"/>
          <p:cNvGrpSpPr/>
          <p:nvPr/>
        </p:nvGrpSpPr>
        <p:grpSpPr>
          <a:xfrm>
            <a:off x="228600" y="228600"/>
            <a:ext cx="8458200" cy="5791200"/>
            <a:chOff x="144" y="144"/>
            <a:chExt cx="5328" cy="3648"/>
          </a:xfrm>
        </p:grpSpPr>
        <p:grpSp>
          <p:nvGrpSpPr>
            <p:cNvPr id="2356" name="Google Shape;2356;p130"/>
            <p:cNvGrpSpPr/>
            <p:nvPr/>
          </p:nvGrpSpPr>
          <p:grpSpPr>
            <a:xfrm>
              <a:off x="144" y="144"/>
              <a:ext cx="432" cy="3648"/>
              <a:chOff x="48" y="48"/>
              <a:chExt cx="576" cy="3984"/>
            </a:xfrm>
          </p:grpSpPr>
          <p:sp>
            <p:nvSpPr>
              <p:cNvPr id="2357" name="Google Shape;2357;p130"/>
              <p:cNvSpPr txBox="1"/>
              <p:nvPr/>
            </p:nvSpPr>
            <p:spPr>
              <a:xfrm>
                <a:off x="240"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58" name="Google Shape;2358;p130"/>
              <p:cNvSpPr txBox="1"/>
              <p:nvPr/>
            </p:nvSpPr>
            <p:spPr>
              <a:xfrm>
                <a:off x="48"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59" name="Google Shape;2359;p130"/>
              <p:cNvSpPr txBox="1"/>
              <p:nvPr/>
            </p:nvSpPr>
            <p:spPr>
              <a:xfrm>
                <a:off x="432"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360" name="Google Shape;2360;p130"/>
            <p:cNvGrpSpPr/>
            <p:nvPr/>
          </p:nvGrpSpPr>
          <p:grpSpPr>
            <a:xfrm>
              <a:off x="144" y="144"/>
              <a:ext cx="5328" cy="336"/>
              <a:chOff x="0" y="144"/>
              <a:chExt cx="5760" cy="432"/>
            </a:xfrm>
          </p:grpSpPr>
          <p:sp>
            <p:nvSpPr>
              <p:cNvPr id="2361" name="Google Shape;2361;p130"/>
              <p:cNvSpPr txBox="1"/>
              <p:nvPr/>
            </p:nvSpPr>
            <p:spPr>
              <a:xfrm>
                <a:off x="0" y="144"/>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62" name="Google Shape;2362;p130"/>
              <p:cNvSpPr txBox="1"/>
              <p:nvPr/>
            </p:nvSpPr>
            <p:spPr>
              <a:xfrm>
                <a:off x="0" y="288"/>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63" name="Google Shape;2363;p130"/>
              <p:cNvSpPr txBox="1"/>
              <p:nvPr/>
            </p:nvSpPr>
            <p:spPr>
              <a:xfrm>
                <a:off x="0" y="432"/>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364" name="Google Shape;2364;p130"/>
            <p:cNvGrpSpPr/>
            <p:nvPr/>
          </p:nvGrpSpPr>
          <p:grpSpPr>
            <a:xfrm>
              <a:off x="144" y="144"/>
              <a:ext cx="432" cy="336"/>
              <a:chOff x="144" y="144"/>
              <a:chExt cx="432" cy="336"/>
            </a:xfrm>
          </p:grpSpPr>
          <p:grpSp>
            <p:nvGrpSpPr>
              <p:cNvPr id="2365" name="Google Shape;2365;p130"/>
              <p:cNvGrpSpPr/>
              <p:nvPr/>
            </p:nvGrpSpPr>
            <p:grpSpPr>
              <a:xfrm>
                <a:off x="144" y="256"/>
                <a:ext cx="432" cy="112"/>
                <a:chOff x="288" y="256"/>
                <a:chExt cx="432" cy="112"/>
              </a:xfrm>
            </p:grpSpPr>
            <p:sp>
              <p:nvSpPr>
                <p:cNvPr id="2366" name="Google Shape;2366;p130"/>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67" name="Google Shape;2367;p130"/>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68" name="Google Shape;2368;p130"/>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369" name="Google Shape;2369;p130"/>
              <p:cNvGrpSpPr/>
              <p:nvPr/>
            </p:nvGrpSpPr>
            <p:grpSpPr>
              <a:xfrm>
                <a:off x="144" y="144"/>
                <a:ext cx="432" cy="336"/>
                <a:chOff x="144" y="144"/>
                <a:chExt cx="432" cy="336"/>
              </a:xfrm>
            </p:grpSpPr>
            <p:grpSp>
              <p:nvGrpSpPr>
                <p:cNvPr id="2370" name="Google Shape;2370;p130"/>
                <p:cNvGrpSpPr/>
                <p:nvPr/>
              </p:nvGrpSpPr>
              <p:grpSpPr>
                <a:xfrm>
                  <a:off x="144" y="144"/>
                  <a:ext cx="432" cy="112"/>
                  <a:chOff x="288" y="256"/>
                  <a:chExt cx="432" cy="112"/>
                </a:xfrm>
              </p:grpSpPr>
              <p:sp>
                <p:nvSpPr>
                  <p:cNvPr id="2371" name="Google Shape;2371;p130"/>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72" name="Google Shape;2372;p130"/>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73" name="Google Shape;2373;p130"/>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374" name="Google Shape;2374;p130"/>
                <p:cNvGrpSpPr/>
                <p:nvPr/>
              </p:nvGrpSpPr>
              <p:grpSpPr>
                <a:xfrm>
                  <a:off x="144" y="368"/>
                  <a:ext cx="432" cy="112"/>
                  <a:chOff x="288" y="256"/>
                  <a:chExt cx="432" cy="112"/>
                </a:xfrm>
              </p:grpSpPr>
              <p:sp>
                <p:nvSpPr>
                  <p:cNvPr id="2375" name="Google Shape;2375;p130"/>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76" name="Google Shape;2376;p130"/>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77" name="Google Shape;2377;p130"/>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grpSp>
      </p:grpSp>
      <p:pic>
        <p:nvPicPr>
          <p:cNvPr id="2378" name="Google Shape;2378;p130"/>
          <p:cNvPicPr preferRelativeResize="0"/>
          <p:nvPr/>
        </p:nvPicPr>
        <p:blipFill rotWithShape="1">
          <a:blip r:embed="rId3">
            <a:alphaModFix/>
          </a:blip>
          <a:srcRect/>
          <a:stretch/>
        </p:blipFill>
        <p:spPr>
          <a:xfrm>
            <a:off x="1606550" y="1570037"/>
            <a:ext cx="6894512" cy="4357687"/>
          </a:xfrm>
          <a:prstGeom prst="rect">
            <a:avLst/>
          </a:prstGeom>
          <a:noFill/>
          <a:ln>
            <a:noFill/>
          </a:ln>
        </p:spPr>
      </p:pic>
      <p:pic>
        <p:nvPicPr>
          <p:cNvPr id="2379" name="Google Shape;2379;p130"/>
          <p:cNvPicPr preferRelativeResize="0"/>
          <p:nvPr/>
        </p:nvPicPr>
        <p:blipFill rotWithShape="1">
          <a:blip r:embed="rId4">
            <a:alphaModFix/>
          </a:blip>
          <a:srcRect/>
          <a:stretch/>
        </p:blipFill>
        <p:spPr>
          <a:xfrm>
            <a:off x="1679575" y="1235075"/>
            <a:ext cx="2587625" cy="296862"/>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2384"/>
        <p:cNvGrpSpPr/>
        <p:nvPr/>
      </p:nvGrpSpPr>
      <p:grpSpPr>
        <a:xfrm>
          <a:off x="0" y="0"/>
          <a:ext cx="0" cy="0"/>
          <a:chOff x="0" y="0"/>
          <a:chExt cx="0" cy="0"/>
        </a:xfrm>
      </p:grpSpPr>
      <p:sp>
        <p:nvSpPr>
          <p:cNvPr id="2385" name="Google Shape;2385;p131"/>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386" name="Google Shape;2386;p131"/>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131</a:t>
            </a:fld>
            <a:endParaRPr/>
          </a:p>
        </p:txBody>
      </p:sp>
      <p:grpSp>
        <p:nvGrpSpPr>
          <p:cNvPr id="2387" name="Google Shape;2387;p131"/>
          <p:cNvGrpSpPr/>
          <p:nvPr/>
        </p:nvGrpSpPr>
        <p:grpSpPr>
          <a:xfrm>
            <a:off x="228600" y="228600"/>
            <a:ext cx="8458200" cy="5791200"/>
            <a:chOff x="144" y="144"/>
            <a:chExt cx="5328" cy="3648"/>
          </a:xfrm>
        </p:grpSpPr>
        <p:grpSp>
          <p:nvGrpSpPr>
            <p:cNvPr id="2388" name="Google Shape;2388;p131"/>
            <p:cNvGrpSpPr/>
            <p:nvPr/>
          </p:nvGrpSpPr>
          <p:grpSpPr>
            <a:xfrm>
              <a:off x="144" y="144"/>
              <a:ext cx="432" cy="3648"/>
              <a:chOff x="48" y="48"/>
              <a:chExt cx="576" cy="3984"/>
            </a:xfrm>
          </p:grpSpPr>
          <p:sp>
            <p:nvSpPr>
              <p:cNvPr id="2389" name="Google Shape;2389;p131"/>
              <p:cNvSpPr txBox="1"/>
              <p:nvPr/>
            </p:nvSpPr>
            <p:spPr>
              <a:xfrm>
                <a:off x="240"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90" name="Google Shape;2390;p131"/>
              <p:cNvSpPr txBox="1"/>
              <p:nvPr/>
            </p:nvSpPr>
            <p:spPr>
              <a:xfrm>
                <a:off x="48"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91" name="Google Shape;2391;p131"/>
              <p:cNvSpPr txBox="1"/>
              <p:nvPr/>
            </p:nvSpPr>
            <p:spPr>
              <a:xfrm>
                <a:off x="432"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392" name="Google Shape;2392;p131"/>
            <p:cNvGrpSpPr/>
            <p:nvPr/>
          </p:nvGrpSpPr>
          <p:grpSpPr>
            <a:xfrm>
              <a:off x="144" y="144"/>
              <a:ext cx="5328" cy="336"/>
              <a:chOff x="0" y="144"/>
              <a:chExt cx="5760" cy="432"/>
            </a:xfrm>
          </p:grpSpPr>
          <p:sp>
            <p:nvSpPr>
              <p:cNvPr id="2393" name="Google Shape;2393;p131"/>
              <p:cNvSpPr txBox="1"/>
              <p:nvPr/>
            </p:nvSpPr>
            <p:spPr>
              <a:xfrm>
                <a:off x="0" y="144"/>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94" name="Google Shape;2394;p131"/>
              <p:cNvSpPr txBox="1"/>
              <p:nvPr/>
            </p:nvSpPr>
            <p:spPr>
              <a:xfrm>
                <a:off x="0" y="288"/>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95" name="Google Shape;2395;p131"/>
              <p:cNvSpPr txBox="1"/>
              <p:nvPr/>
            </p:nvSpPr>
            <p:spPr>
              <a:xfrm>
                <a:off x="0" y="432"/>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396" name="Google Shape;2396;p131"/>
            <p:cNvGrpSpPr/>
            <p:nvPr/>
          </p:nvGrpSpPr>
          <p:grpSpPr>
            <a:xfrm>
              <a:off x="144" y="144"/>
              <a:ext cx="432" cy="336"/>
              <a:chOff x="144" y="144"/>
              <a:chExt cx="432" cy="336"/>
            </a:xfrm>
          </p:grpSpPr>
          <p:grpSp>
            <p:nvGrpSpPr>
              <p:cNvPr id="2397" name="Google Shape;2397;p131"/>
              <p:cNvGrpSpPr/>
              <p:nvPr/>
            </p:nvGrpSpPr>
            <p:grpSpPr>
              <a:xfrm>
                <a:off x="144" y="256"/>
                <a:ext cx="432" cy="112"/>
                <a:chOff x="288" y="256"/>
                <a:chExt cx="432" cy="112"/>
              </a:xfrm>
            </p:grpSpPr>
            <p:sp>
              <p:nvSpPr>
                <p:cNvPr id="2398" name="Google Shape;2398;p131"/>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399" name="Google Shape;2399;p131"/>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400" name="Google Shape;2400;p131"/>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401" name="Google Shape;2401;p131"/>
              <p:cNvGrpSpPr/>
              <p:nvPr/>
            </p:nvGrpSpPr>
            <p:grpSpPr>
              <a:xfrm>
                <a:off x="144" y="144"/>
                <a:ext cx="432" cy="336"/>
                <a:chOff x="144" y="144"/>
                <a:chExt cx="432" cy="336"/>
              </a:xfrm>
            </p:grpSpPr>
            <p:grpSp>
              <p:nvGrpSpPr>
                <p:cNvPr id="2402" name="Google Shape;2402;p131"/>
                <p:cNvGrpSpPr/>
                <p:nvPr/>
              </p:nvGrpSpPr>
              <p:grpSpPr>
                <a:xfrm>
                  <a:off x="144" y="144"/>
                  <a:ext cx="432" cy="112"/>
                  <a:chOff x="288" y="256"/>
                  <a:chExt cx="432" cy="112"/>
                </a:xfrm>
              </p:grpSpPr>
              <p:sp>
                <p:nvSpPr>
                  <p:cNvPr id="2403" name="Google Shape;2403;p131"/>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404" name="Google Shape;2404;p131"/>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405" name="Google Shape;2405;p131"/>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406" name="Google Shape;2406;p131"/>
                <p:cNvGrpSpPr/>
                <p:nvPr/>
              </p:nvGrpSpPr>
              <p:grpSpPr>
                <a:xfrm>
                  <a:off x="144" y="368"/>
                  <a:ext cx="432" cy="112"/>
                  <a:chOff x="288" y="256"/>
                  <a:chExt cx="432" cy="112"/>
                </a:xfrm>
              </p:grpSpPr>
              <p:sp>
                <p:nvSpPr>
                  <p:cNvPr id="2407" name="Google Shape;2407;p131"/>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408" name="Google Shape;2408;p131"/>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409" name="Google Shape;2409;p131"/>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grpSp>
      </p:grpSp>
      <p:pic>
        <p:nvPicPr>
          <p:cNvPr id="2410" name="Google Shape;2410;p131"/>
          <p:cNvPicPr preferRelativeResize="0"/>
          <p:nvPr/>
        </p:nvPicPr>
        <p:blipFill rotWithShape="1">
          <a:blip r:embed="rId3">
            <a:alphaModFix/>
          </a:blip>
          <a:srcRect/>
          <a:stretch/>
        </p:blipFill>
        <p:spPr>
          <a:xfrm>
            <a:off x="1752600" y="2743200"/>
            <a:ext cx="5969000" cy="3098800"/>
          </a:xfrm>
          <a:prstGeom prst="rect">
            <a:avLst/>
          </a:prstGeom>
          <a:noFill/>
          <a:ln>
            <a:noFill/>
          </a:ln>
        </p:spPr>
      </p:pic>
      <p:pic>
        <p:nvPicPr>
          <p:cNvPr id="2411" name="Google Shape;2411;p131"/>
          <p:cNvPicPr preferRelativeResize="0"/>
          <p:nvPr/>
        </p:nvPicPr>
        <p:blipFill rotWithShape="1">
          <a:blip r:embed="rId4">
            <a:alphaModFix/>
          </a:blip>
          <a:srcRect/>
          <a:stretch/>
        </p:blipFill>
        <p:spPr>
          <a:xfrm>
            <a:off x="1793875" y="1006475"/>
            <a:ext cx="2587625" cy="296862"/>
          </a:xfrm>
          <a:prstGeom prst="rect">
            <a:avLst/>
          </a:prstGeom>
          <a:noFill/>
          <a:ln>
            <a:noFill/>
          </a:ln>
        </p:spPr>
      </p:pic>
      <p:pic>
        <p:nvPicPr>
          <p:cNvPr id="2412" name="Google Shape;2412;p131"/>
          <p:cNvPicPr preferRelativeResize="0"/>
          <p:nvPr/>
        </p:nvPicPr>
        <p:blipFill rotWithShape="1">
          <a:blip r:embed="rId5">
            <a:alphaModFix/>
          </a:blip>
          <a:srcRect/>
          <a:stretch/>
        </p:blipFill>
        <p:spPr>
          <a:xfrm>
            <a:off x="1749425" y="1338262"/>
            <a:ext cx="5915025" cy="140335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2417"/>
        <p:cNvGrpSpPr/>
        <p:nvPr/>
      </p:nvGrpSpPr>
      <p:grpSpPr>
        <a:xfrm>
          <a:off x="0" y="0"/>
          <a:ext cx="0" cy="0"/>
          <a:chOff x="0" y="0"/>
          <a:chExt cx="0" cy="0"/>
        </a:xfrm>
      </p:grpSpPr>
      <p:sp>
        <p:nvSpPr>
          <p:cNvPr id="2418" name="Google Shape;2418;p132"/>
          <p:cNvSpPr txBox="1"/>
          <p:nvPr/>
        </p:nvSpPr>
        <p:spPr>
          <a:xfrm>
            <a:off x="76200" y="6296025"/>
            <a:ext cx="28956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Tahoma"/>
              <a:buNone/>
            </a:pPr>
            <a:r>
              <a:rPr lang="en-US" sz="1200" b="1" i="0" u="none">
                <a:solidFill>
                  <a:schemeClr val="dk1"/>
                </a:solidFill>
                <a:latin typeface="Tahoma"/>
                <a:ea typeface="Tahoma"/>
                <a:cs typeface="Tahoma"/>
                <a:sym typeface="Tahoma"/>
              </a:rPr>
              <a:t>TCP/IP Protocol Suite</a:t>
            </a:r>
            <a:endParaRPr/>
          </a:p>
        </p:txBody>
      </p:sp>
      <p:sp>
        <p:nvSpPr>
          <p:cNvPr id="2419" name="Google Shape;2419;p132"/>
          <p:cNvSpPr txBox="1"/>
          <p:nvPr/>
        </p:nvSpPr>
        <p:spPr>
          <a:xfrm>
            <a:off x="7042150" y="6243637"/>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132</a:t>
            </a:fld>
            <a:endParaRPr/>
          </a:p>
        </p:txBody>
      </p:sp>
      <p:grpSp>
        <p:nvGrpSpPr>
          <p:cNvPr id="2420" name="Google Shape;2420;p132"/>
          <p:cNvGrpSpPr/>
          <p:nvPr/>
        </p:nvGrpSpPr>
        <p:grpSpPr>
          <a:xfrm>
            <a:off x="228600" y="228600"/>
            <a:ext cx="8458200" cy="5791200"/>
            <a:chOff x="144" y="144"/>
            <a:chExt cx="5328" cy="3648"/>
          </a:xfrm>
        </p:grpSpPr>
        <p:grpSp>
          <p:nvGrpSpPr>
            <p:cNvPr id="2421" name="Google Shape;2421;p132"/>
            <p:cNvGrpSpPr/>
            <p:nvPr/>
          </p:nvGrpSpPr>
          <p:grpSpPr>
            <a:xfrm>
              <a:off x="144" y="144"/>
              <a:ext cx="432" cy="3648"/>
              <a:chOff x="48" y="48"/>
              <a:chExt cx="576" cy="3984"/>
            </a:xfrm>
          </p:grpSpPr>
          <p:sp>
            <p:nvSpPr>
              <p:cNvPr id="2422" name="Google Shape;2422;p132"/>
              <p:cNvSpPr txBox="1"/>
              <p:nvPr/>
            </p:nvSpPr>
            <p:spPr>
              <a:xfrm>
                <a:off x="240"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423" name="Google Shape;2423;p132"/>
              <p:cNvSpPr txBox="1"/>
              <p:nvPr/>
            </p:nvSpPr>
            <p:spPr>
              <a:xfrm>
                <a:off x="48"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424" name="Google Shape;2424;p132"/>
              <p:cNvSpPr txBox="1"/>
              <p:nvPr/>
            </p:nvSpPr>
            <p:spPr>
              <a:xfrm>
                <a:off x="432" y="48"/>
                <a:ext cx="192" cy="3984"/>
              </a:xfrm>
              <a:prstGeom prst="rect">
                <a:avLst/>
              </a:prstGeom>
              <a:solidFill>
                <a:srgbClr val="DDDDDD"/>
              </a:solidFill>
              <a:ln w="19050" cap="flat" cmpd="sng">
                <a:solidFill>
                  <a:srgbClr val="DDDD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425" name="Google Shape;2425;p132"/>
            <p:cNvGrpSpPr/>
            <p:nvPr/>
          </p:nvGrpSpPr>
          <p:grpSpPr>
            <a:xfrm>
              <a:off x="144" y="144"/>
              <a:ext cx="5328" cy="336"/>
              <a:chOff x="0" y="144"/>
              <a:chExt cx="5760" cy="432"/>
            </a:xfrm>
          </p:grpSpPr>
          <p:sp>
            <p:nvSpPr>
              <p:cNvPr id="2426" name="Google Shape;2426;p132"/>
              <p:cNvSpPr txBox="1"/>
              <p:nvPr/>
            </p:nvSpPr>
            <p:spPr>
              <a:xfrm>
                <a:off x="0" y="144"/>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427" name="Google Shape;2427;p132"/>
              <p:cNvSpPr txBox="1"/>
              <p:nvPr/>
            </p:nvSpPr>
            <p:spPr>
              <a:xfrm>
                <a:off x="0" y="288"/>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428" name="Google Shape;2428;p132"/>
              <p:cNvSpPr txBox="1"/>
              <p:nvPr/>
            </p:nvSpPr>
            <p:spPr>
              <a:xfrm>
                <a:off x="0" y="432"/>
                <a:ext cx="5760" cy="144"/>
              </a:xfrm>
              <a:prstGeom prst="rect">
                <a:avLst/>
              </a:prstGeom>
              <a:solidFill>
                <a:srgbClr val="DDDDDD"/>
              </a:solidFill>
              <a:ln w="19050"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429" name="Google Shape;2429;p132"/>
            <p:cNvGrpSpPr/>
            <p:nvPr/>
          </p:nvGrpSpPr>
          <p:grpSpPr>
            <a:xfrm>
              <a:off x="144" y="144"/>
              <a:ext cx="432" cy="336"/>
              <a:chOff x="144" y="144"/>
              <a:chExt cx="432" cy="336"/>
            </a:xfrm>
          </p:grpSpPr>
          <p:grpSp>
            <p:nvGrpSpPr>
              <p:cNvPr id="2430" name="Google Shape;2430;p132"/>
              <p:cNvGrpSpPr/>
              <p:nvPr/>
            </p:nvGrpSpPr>
            <p:grpSpPr>
              <a:xfrm>
                <a:off x="144" y="256"/>
                <a:ext cx="432" cy="112"/>
                <a:chOff x="288" y="256"/>
                <a:chExt cx="432" cy="112"/>
              </a:xfrm>
            </p:grpSpPr>
            <p:sp>
              <p:nvSpPr>
                <p:cNvPr id="2431" name="Google Shape;2431;p132"/>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432" name="Google Shape;2432;p132"/>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433" name="Google Shape;2433;p132"/>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434" name="Google Shape;2434;p132"/>
              <p:cNvGrpSpPr/>
              <p:nvPr/>
            </p:nvGrpSpPr>
            <p:grpSpPr>
              <a:xfrm>
                <a:off x="144" y="144"/>
                <a:ext cx="432" cy="336"/>
                <a:chOff x="144" y="144"/>
                <a:chExt cx="432" cy="336"/>
              </a:xfrm>
            </p:grpSpPr>
            <p:grpSp>
              <p:nvGrpSpPr>
                <p:cNvPr id="2435" name="Google Shape;2435;p132"/>
                <p:cNvGrpSpPr/>
                <p:nvPr/>
              </p:nvGrpSpPr>
              <p:grpSpPr>
                <a:xfrm>
                  <a:off x="144" y="144"/>
                  <a:ext cx="432" cy="112"/>
                  <a:chOff x="288" y="256"/>
                  <a:chExt cx="432" cy="112"/>
                </a:xfrm>
              </p:grpSpPr>
              <p:sp>
                <p:nvSpPr>
                  <p:cNvPr id="2436" name="Google Shape;2436;p132"/>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437" name="Google Shape;2437;p132"/>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438" name="Google Shape;2438;p132"/>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nvGrpSpPr>
                <p:cNvPr id="2439" name="Google Shape;2439;p132"/>
                <p:cNvGrpSpPr/>
                <p:nvPr/>
              </p:nvGrpSpPr>
              <p:grpSpPr>
                <a:xfrm>
                  <a:off x="144" y="368"/>
                  <a:ext cx="432" cy="112"/>
                  <a:chOff x="288" y="256"/>
                  <a:chExt cx="432" cy="112"/>
                </a:xfrm>
              </p:grpSpPr>
              <p:sp>
                <p:nvSpPr>
                  <p:cNvPr id="2440" name="Google Shape;2440;p132"/>
                  <p:cNvSpPr txBox="1"/>
                  <p:nvPr/>
                </p:nvSpPr>
                <p:spPr>
                  <a:xfrm>
                    <a:off x="288"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441" name="Google Shape;2441;p132"/>
                  <p:cNvSpPr txBox="1"/>
                  <p:nvPr/>
                </p:nvSpPr>
                <p:spPr>
                  <a:xfrm>
                    <a:off x="576"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sp>
                <p:nvSpPr>
                  <p:cNvPr id="2442" name="Google Shape;2442;p132"/>
                  <p:cNvSpPr txBox="1"/>
                  <p:nvPr/>
                </p:nvSpPr>
                <p:spPr>
                  <a:xfrm>
                    <a:off x="432" y="256"/>
                    <a:ext cx="144" cy="112"/>
                  </a:xfrm>
                  <a:prstGeom prst="rect">
                    <a:avLst/>
                  </a:prstGeom>
                  <a:gradFill>
                    <a:gsLst>
                      <a:gs pos="0">
                        <a:srgbClr val="760000"/>
                      </a:gs>
                      <a:gs pos="100000">
                        <a:schemeClr val="hlink"/>
                      </a:gs>
                    </a:gsLst>
                    <a:lin ang="18900000" scaled="0"/>
                  </a:gra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1" i="0" u="none">
                      <a:solidFill>
                        <a:schemeClr val="dk1"/>
                      </a:solidFill>
                      <a:latin typeface="Tahoma"/>
                      <a:ea typeface="Tahoma"/>
                      <a:cs typeface="Tahoma"/>
                      <a:sym typeface="Tahoma"/>
                    </a:endParaRPr>
                  </a:p>
                </p:txBody>
              </p:sp>
            </p:grpSp>
          </p:grpSp>
        </p:grpSp>
      </p:grpSp>
      <p:pic>
        <p:nvPicPr>
          <p:cNvPr id="2443" name="Google Shape;2443;p132"/>
          <p:cNvPicPr preferRelativeResize="0"/>
          <p:nvPr/>
        </p:nvPicPr>
        <p:blipFill rotWithShape="1">
          <a:blip r:embed="rId3">
            <a:alphaModFix/>
          </a:blip>
          <a:srcRect/>
          <a:stretch/>
        </p:blipFill>
        <p:spPr>
          <a:xfrm>
            <a:off x="1157287" y="1114425"/>
            <a:ext cx="7183437" cy="4838700"/>
          </a:xfrm>
          <a:prstGeom prst="rect">
            <a:avLst/>
          </a:prstGeom>
          <a:noFill/>
          <a:ln>
            <a:noFill/>
          </a:ln>
        </p:spPr>
      </p:pic>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4360</Words>
  <Application>Microsoft Macintosh PowerPoint</Application>
  <PresentationFormat>On-screen Show (4:3)</PresentationFormat>
  <Paragraphs>697</Paragraphs>
  <Slides>132</Slides>
  <Notes>132</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132</vt:i4>
      </vt:variant>
    </vt:vector>
  </HeadingPairs>
  <TitlesOfParts>
    <vt:vector size="143" baseType="lpstr">
      <vt:lpstr>Tahoma</vt:lpstr>
      <vt:lpstr>Arial</vt:lpstr>
      <vt:lpstr>Comic Sans MS</vt:lpstr>
      <vt:lpstr>Times New Roman</vt:lpstr>
      <vt:lpstr>Arimo</vt:lpstr>
      <vt:lpstr>Times</vt:lpstr>
      <vt:lpstr>Noto Sans Symbols</vt:lpstr>
      <vt:lpstr>Blends</vt:lpstr>
      <vt:lpstr>Crayons</vt:lpstr>
      <vt:lpstr>1_Blends</vt:lpstr>
      <vt:lpstr>1_Crayons</vt:lpstr>
      <vt:lpstr>PowerPoint Presentation</vt:lpstr>
      <vt:lpstr>OBJECTIVES:</vt:lpstr>
      <vt:lpstr>OBJECTIVES (continued):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Silly Window Syndrome (1)</vt:lpstr>
      <vt:lpstr>Silly Window Syndrome (2)</vt:lpstr>
      <vt:lpstr>Silly Window Syndrome (3)</vt:lpstr>
      <vt:lpstr>PowerPoint Presentation</vt:lpstr>
      <vt:lpstr>PowerPoint Presentation</vt:lpstr>
      <vt:lpstr>PowerPoint Presentation</vt:lpstr>
      <vt:lpstr>Acknowledgement Type</vt:lpstr>
      <vt:lpstr>PowerPoint Presentation</vt:lpstr>
      <vt:lpstr>PowerPoint Presentation</vt:lpstr>
      <vt:lpstr>PowerPoint Presentation</vt:lpstr>
      <vt:lpstr>PowerPoint Presentation</vt:lpstr>
      <vt:lpstr>Rules for Generating ACK (1)</vt:lpstr>
      <vt:lpstr>Rules for Generating ACK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Calculation of RTO (1)</vt:lpstr>
      <vt:lpstr>Calculation of RTO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Valued Gateway Client</dc:creator>
  <cp:lastModifiedBy>Mehedi Hasan Mamun</cp:lastModifiedBy>
  <cp:revision>1</cp:revision>
  <dcterms:created xsi:type="dcterms:W3CDTF">2000-01-15T04:50:39Z</dcterms:created>
  <dcterms:modified xsi:type="dcterms:W3CDTF">2025-10-31T06:14:37Z</dcterms:modified>
</cp:coreProperties>
</file>